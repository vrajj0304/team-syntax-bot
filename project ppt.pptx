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8775700" cx="16459200"/>
  <p:notesSz cx="6858000" cy="9144000"/>
  <p:embeddedFontLst>
    <p:embeddedFont>
      <p:font typeface="Economica"/>
      <p:regular r:id="rId13"/>
      <p:bold r:id="rId14"/>
      <p:italic r:id="rId15"/>
      <p:boldItalic r:id="rId16"/>
    </p:embeddedFont>
    <p:embeddedFont>
      <p:font typeface="Open Sans"/>
      <p:regular r:id="rId17"/>
      <p:bold r:id="rId18"/>
      <p:italic r:id="rId19"/>
      <p:boldItalic r:id="rId20"/>
    </p:embeddedFont>
    <p:embeddedFont>
      <p:font typeface="Century Gothic"/>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iwXu0mOa3/vpxrmmvVBCO0P8gF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Italic.fntdata"/><Relationship Id="rId22" Type="http://schemas.openxmlformats.org/officeDocument/2006/relationships/font" Target="fonts/CenturyGothic-bold.fntdata"/><Relationship Id="rId21" Type="http://schemas.openxmlformats.org/officeDocument/2006/relationships/font" Target="fonts/CenturyGothic-regular.fntdata"/><Relationship Id="rId24" Type="http://schemas.openxmlformats.org/officeDocument/2006/relationships/font" Target="fonts/CenturyGothic-boldItalic.fntdata"/><Relationship Id="rId23" Type="http://schemas.openxmlformats.org/officeDocument/2006/relationships/font" Target="fonts/CenturyGothic-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Economica-regular.fntdata"/><Relationship Id="rId12" Type="http://schemas.openxmlformats.org/officeDocument/2006/relationships/slide" Target="slides/slide7.xml"/><Relationship Id="rId15" Type="http://schemas.openxmlformats.org/officeDocument/2006/relationships/font" Target="fonts/Economica-italic.fntdata"/><Relationship Id="rId14" Type="http://schemas.openxmlformats.org/officeDocument/2006/relationships/font" Target="fonts/Economica-bold.fntdata"/><Relationship Id="rId17" Type="http://schemas.openxmlformats.org/officeDocument/2006/relationships/font" Target="fonts/OpenSans-regular.fntdata"/><Relationship Id="rId16" Type="http://schemas.openxmlformats.org/officeDocument/2006/relationships/font" Target="fonts/Economica-boldItalic.fntdata"/><Relationship Id="rId19" Type="http://schemas.openxmlformats.org/officeDocument/2006/relationships/font" Target="fonts/OpenSans-italic.fntdata"/><Relationship Id="rId18" Type="http://schemas.openxmlformats.org/officeDocument/2006/relationships/font" Target="fonts/Open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da057fd879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da057fd87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a057fd879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da057fd87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a057fd879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a057fd87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a057fd879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a057fd87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a057fd879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a057fd87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a057fd879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a057fd87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da057fd879_0_1151"/>
          <p:cNvSpPr/>
          <p:nvPr/>
        </p:nvSpPr>
        <p:spPr>
          <a:xfrm>
            <a:off x="4939222" y="1291061"/>
            <a:ext cx="1946925" cy="1919390"/>
          </a:xfrm>
          <a:custGeom>
            <a:rect b="b" l="l" r="r" t="t"/>
            <a:pathLst>
              <a:path extrusionOk="0" h="44998" w="43265">
                <a:moveTo>
                  <a:pt x="0" y="44998"/>
                </a:moveTo>
                <a:lnTo>
                  <a:pt x="0" y="0"/>
                </a:lnTo>
                <a:lnTo>
                  <a:pt x="43265" y="0"/>
                </a:lnTo>
              </a:path>
            </a:pathLst>
          </a:custGeom>
          <a:noFill/>
          <a:ln cap="flat" cmpd="sng" w="50550">
            <a:solidFill>
              <a:schemeClr val="lt2"/>
            </a:solidFill>
            <a:prstDash val="solid"/>
            <a:miter lim="8000"/>
            <a:headEnd len="sm" w="sm" type="none"/>
            <a:tailEnd len="sm" w="sm" type="none"/>
          </a:ln>
        </p:spPr>
      </p:sp>
      <p:sp>
        <p:nvSpPr>
          <p:cNvPr id="11" name="Google Shape;11;g3da057fd879_0_1151"/>
          <p:cNvSpPr/>
          <p:nvPr/>
        </p:nvSpPr>
        <p:spPr>
          <a:xfrm rot="10800000">
            <a:off x="9573030" y="5573567"/>
            <a:ext cx="1946925" cy="1919390"/>
          </a:xfrm>
          <a:custGeom>
            <a:rect b="b" l="l" r="r" t="t"/>
            <a:pathLst>
              <a:path extrusionOk="0" h="44998" w="43265">
                <a:moveTo>
                  <a:pt x="0" y="44998"/>
                </a:moveTo>
                <a:lnTo>
                  <a:pt x="0" y="0"/>
                </a:lnTo>
                <a:lnTo>
                  <a:pt x="43265" y="0"/>
                </a:lnTo>
              </a:path>
            </a:pathLst>
          </a:custGeom>
          <a:noFill/>
          <a:ln cap="flat" cmpd="sng" w="50550">
            <a:solidFill>
              <a:schemeClr val="lt2"/>
            </a:solidFill>
            <a:prstDash val="solid"/>
            <a:miter lim="8000"/>
            <a:headEnd len="sm" w="sm" type="none"/>
            <a:tailEnd len="sm" w="sm" type="none"/>
          </a:ln>
        </p:spPr>
      </p:sp>
      <p:sp>
        <p:nvSpPr>
          <p:cNvPr id="12" name="Google Shape;12;g3da057fd879_0_1151"/>
          <p:cNvSpPr txBox="1"/>
          <p:nvPr>
            <p:ph type="ctrTitle"/>
          </p:nvPr>
        </p:nvSpPr>
        <p:spPr>
          <a:xfrm>
            <a:off x="5480460" y="2464149"/>
            <a:ext cx="5498400" cy="2622600"/>
          </a:xfrm>
          <a:prstGeom prst="rect">
            <a:avLst/>
          </a:prstGeom>
        </p:spPr>
        <p:txBody>
          <a:bodyPr anchorCtr="0" anchor="b" bIns="161700" lIns="161700" spcFirstLastPara="1" rIns="161700" wrap="square" tIns="161700">
            <a:normAutofit/>
          </a:bodyPr>
          <a:lstStyle>
            <a:lvl1pPr lvl="0" algn="ctr">
              <a:spcBef>
                <a:spcPts val="0"/>
              </a:spcBef>
              <a:spcAft>
                <a:spcPts val="0"/>
              </a:spcAft>
              <a:buSzPts val="7400"/>
              <a:buNone/>
              <a:defRPr/>
            </a:lvl1pPr>
            <a:lvl2pPr lvl="1" algn="ctr">
              <a:spcBef>
                <a:spcPts val="0"/>
              </a:spcBef>
              <a:spcAft>
                <a:spcPts val="0"/>
              </a:spcAft>
              <a:buSzPts val="7400"/>
              <a:buNone/>
              <a:defRPr/>
            </a:lvl2pPr>
            <a:lvl3pPr lvl="2" algn="ctr">
              <a:spcBef>
                <a:spcPts val="0"/>
              </a:spcBef>
              <a:spcAft>
                <a:spcPts val="0"/>
              </a:spcAft>
              <a:buSzPts val="7400"/>
              <a:buNone/>
              <a:defRPr/>
            </a:lvl3pPr>
            <a:lvl4pPr lvl="3" algn="ctr">
              <a:spcBef>
                <a:spcPts val="0"/>
              </a:spcBef>
              <a:spcAft>
                <a:spcPts val="0"/>
              </a:spcAft>
              <a:buSzPts val="7400"/>
              <a:buNone/>
              <a:defRPr/>
            </a:lvl4pPr>
            <a:lvl5pPr lvl="4" algn="ctr">
              <a:spcBef>
                <a:spcPts val="0"/>
              </a:spcBef>
              <a:spcAft>
                <a:spcPts val="0"/>
              </a:spcAft>
              <a:buSzPts val="7400"/>
              <a:buNone/>
              <a:defRPr/>
            </a:lvl5pPr>
            <a:lvl6pPr lvl="5" algn="ctr">
              <a:spcBef>
                <a:spcPts val="0"/>
              </a:spcBef>
              <a:spcAft>
                <a:spcPts val="0"/>
              </a:spcAft>
              <a:buSzPts val="7400"/>
              <a:buNone/>
              <a:defRPr/>
            </a:lvl6pPr>
            <a:lvl7pPr lvl="6" algn="ctr">
              <a:spcBef>
                <a:spcPts val="0"/>
              </a:spcBef>
              <a:spcAft>
                <a:spcPts val="0"/>
              </a:spcAft>
              <a:buSzPts val="7400"/>
              <a:buNone/>
              <a:defRPr/>
            </a:lvl7pPr>
            <a:lvl8pPr lvl="7" algn="ctr">
              <a:spcBef>
                <a:spcPts val="0"/>
              </a:spcBef>
              <a:spcAft>
                <a:spcPts val="0"/>
              </a:spcAft>
              <a:buSzPts val="7400"/>
              <a:buNone/>
              <a:defRPr/>
            </a:lvl8pPr>
            <a:lvl9pPr lvl="8" algn="ctr">
              <a:spcBef>
                <a:spcPts val="0"/>
              </a:spcBef>
              <a:spcAft>
                <a:spcPts val="0"/>
              </a:spcAft>
              <a:buSzPts val="7400"/>
              <a:buNone/>
              <a:defRPr/>
            </a:lvl9pPr>
          </a:lstStyle>
          <a:p/>
        </p:txBody>
      </p:sp>
      <p:sp>
        <p:nvSpPr>
          <p:cNvPr id="13" name="Google Shape;13;g3da057fd879_0_1151"/>
          <p:cNvSpPr txBox="1"/>
          <p:nvPr>
            <p:ph idx="1" type="subTitle"/>
          </p:nvPr>
        </p:nvSpPr>
        <p:spPr>
          <a:xfrm>
            <a:off x="5480460" y="5317425"/>
            <a:ext cx="5498400" cy="1196700"/>
          </a:xfrm>
          <a:prstGeom prst="rect">
            <a:avLst/>
          </a:prstGeom>
        </p:spPr>
        <p:txBody>
          <a:bodyPr anchorCtr="0" anchor="t" bIns="161700" lIns="161700" spcFirstLastPara="1" rIns="161700" wrap="square" tIns="161700">
            <a:normAutofit/>
          </a:bodyPr>
          <a:lstStyle>
            <a:lvl1pPr lvl="0" algn="ctr">
              <a:lnSpc>
                <a:spcPct val="100000"/>
              </a:lnSpc>
              <a:spcBef>
                <a:spcPts val="0"/>
              </a:spcBef>
              <a:spcAft>
                <a:spcPts val="0"/>
              </a:spcAft>
              <a:buSzPts val="3700"/>
              <a:buFont typeface="Economica"/>
              <a:buNone/>
              <a:defRPr sz="3700">
                <a:latin typeface="Economica"/>
                <a:ea typeface="Economica"/>
                <a:cs typeface="Economica"/>
                <a:sym typeface="Economica"/>
              </a:defRPr>
            </a:lvl1pPr>
            <a:lvl2pPr lvl="1" algn="ctr">
              <a:lnSpc>
                <a:spcPct val="100000"/>
              </a:lnSpc>
              <a:spcBef>
                <a:spcPts val="0"/>
              </a:spcBef>
              <a:spcAft>
                <a:spcPts val="0"/>
              </a:spcAft>
              <a:buSzPts val="3700"/>
              <a:buFont typeface="Economica"/>
              <a:buNone/>
              <a:defRPr sz="3700">
                <a:latin typeface="Economica"/>
                <a:ea typeface="Economica"/>
                <a:cs typeface="Economica"/>
                <a:sym typeface="Economica"/>
              </a:defRPr>
            </a:lvl2pPr>
            <a:lvl3pPr lvl="2" algn="ctr">
              <a:lnSpc>
                <a:spcPct val="100000"/>
              </a:lnSpc>
              <a:spcBef>
                <a:spcPts val="0"/>
              </a:spcBef>
              <a:spcAft>
                <a:spcPts val="0"/>
              </a:spcAft>
              <a:buSzPts val="3700"/>
              <a:buFont typeface="Economica"/>
              <a:buNone/>
              <a:defRPr sz="3700">
                <a:latin typeface="Economica"/>
                <a:ea typeface="Economica"/>
                <a:cs typeface="Economica"/>
                <a:sym typeface="Economica"/>
              </a:defRPr>
            </a:lvl3pPr>
            <a:lvl4pPr lvl="3" algn="ctr">
              <a:lnSpc>
                <a:spcPct val="100000"/>
              </a:lnSpc>
              <a:spcBef>
                <a:spcPts val="0"/>
              </a:spcBef>
              <a:spcAft>
                <a:spcPts val="0"/>
              </a:spcAft>
              <a:buSzPts val="3700"/>
              <a:buFont typeface="Economica"/>
              <a:buNone/>
              <a:defRPr sz="3700">
                <a:latin typeface="Economica"/>
                <a:ea typeface="Economica"/>
                <a:cs typeface="Economica"/>
                <a:sym typeface="Economica"/>
              </a:defRPr>
            </a:lvl4pPr>
            <a:lvl5pPr lvl="4" algn="ctr">
              <a:lnSpc>
                <a:spcPct val="100000"/>
              </a:lnSpc>
              <a:spcBef>
                <a:spcPts val="0"/>
              </a:spcBef>
              <a:spcAft>
                <a:spcPts val="0"/>
              </a:spcAft>
              <a:buSzPts val="3700"/>
              <a:buFont typeface="Economica"/>
              <a:buNone/>
              <a:defRPr sz="3700">
                <a:latin typeface="Economica"/>
                <a:ea typeface="Economica"/>
                <a:cs typeface="Economica"/>
                <a:sym typeface="Economica"/>
              </a:defRPr>
            </a:lvl5pPr>
            <a:lvl6pPr lvl="5" algn="ctr">
              <a:lnSpc>
                <a:spcPct val="100000"/>
              </a:lnSpc>
              <a:spcBef>
                <a:spcPts val="0"/>
              </a:spcBef>
              <a:spcAft>
                <a:spcPts val="0"/>
              </a:spcAft>
              <a:buSzPts val="3700"/>
              <a:buFont typeface="Economica"/>
              <a:buNone/>
              <a:defRPr sz="3700">
                <a:latin typeface="Economica"/>
                <a:ea typeface="Economica"/>
                <a:cs typeface="Economica"/>
                <a:sym typeface="Economica"/>
              </a:defRPr>
            </a:lvl6pPr>
            <a:lvl7pPr lvl="6" algn="ctr">
              <a:lnSpc>
                <a:spcPct val="100000"/>
              </a:lnSpc>
              <a:spcBef>
                <a:spcPts val="0"/>
              </a:spcBef>
              <a:spcAft>
                <a:spcPts val="0"/>
              </a:spcAft>
              <a:buSzPts val="3700"/>
              <a:buFont typeface="Economica"/>
              <a:buNone/>
              <a:defRPr sz="3700">
                <a:latin typeface="Economica"/>
                <a:ea typeface="Economica"/>
                <a:cs typeface="Economica"/>
                <a:sym typeface="Economica"/>
              </a:defRPr>
            </a:lvl7pPr>
            <a:lvl8pPr lvl="7" algn="ctr">
              <a:lnSpc>
                <a:spcPct val="100000"/>
              </a:lnSpc>
              <a:spcBef>
                <a:spcPts val="0"/>
              </a:spcBef>
              <a:spcAft>
                <a:spcPts val="0"/>
              </a:spcAft>
              <a:buSzPts val="3700"/>
              <a:buFont typeface="Economica"/>
              <a:buNone/>
              <a:defRPr sz="3700">
                <a:latin typeface="Economica"/>
                <a:ea typeface="Economica"/>
                <a:cs typeface="Economica"/>
                <a:sym typeface="Economica"/>
              </a:defRPr>
            </a:lvl8pPr>
            <a:lvl9pPr lvl="8" algn="ctr">
              <a:lnSpc>
                <a:spcPct val="100000"/>
              </a:lnSpc>
              <a:spcBef>
                <a:spcPts val="0"/>
              </a:spcBef>
              <a:spcAft>
                <a:spcPts val="0"/>
              </a:spcAft>
              <a:buSzPts val="3700"/>
              <a:buFont typeface="Economica"/>
              <a:buNone/>
              <a:defRPr sz="3700">
                <a:latin typeface="Economica"/>
                <a:ea typeface="Economica"/>
                <a:cs typeface="Economica"/>
                <a:sym typeface="Economica"/>
              </a:defRPr>
            </a:lvl9pPr>
          </a:lstStyle>
          <a:p/>
        </p:txBody>
      </p:sp>
      <p:sp>
        <p:nvSpPr>
          <p:cNvPr id="14" name="Google Shape;14;g3da057fd879_0_1151"/>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g3da057fd879_0_1157"/>
          <p:cNvSpPr/>
          <p:nvPr/>
        </p:nvSpPr>
        <p:spPr>
          <a:xfrm flipH="1">
            <a:off x="13672688" y="785223"/>
            <a:ext cx="1946925" cy="1919390"/>
          </a:xfrm>
          <a:custGeom>
            <a:rect b="b" l="l" r="r" t="t"/>
            <a:pathLst>
              <a:path extrusionOk="0" h="44998" w="43265">
                <a:moveTo>
                  <a:pt x="0" y="44998"/>
                </a:moveTo>
                <a:lnTo>
                  <a:pt x="0" y="0"/>
                </a:lnTo>
                <a:lnTo>
                  <a:pt x="43265" y="0"/>
                </a:lnTo>
              </a:path>
            </a:pathLst>
          </a:custGeom>
          <a:noFill/>
          <a:ln cap="flat" cmpd="sng" w="50550">
            <a:solidFill>
              <a:schemeClr val="lt2"/>
            </a:solidFill>
            <a:prstDash val="solid"/>
            <a:miter lim="8000"/>
            <a:headEnd len="sm" w="sm" type="none"/>
            <a:tailEnd len="sm" w="sm" type="none"/>
          </a:ln>
        </p:spPr>
      </p:sp>
      <p:sp>
        <p:nvSpPr>
          <p:cNvPr id="17" name="Google Shape;17;g3da057fd879_0_1157"/>
          <p:cNvSpPr/>
          <p:nvPr/>
        </p:nvSpPr>
        <p:spPr>
          <a:xfrm flipH="1" rot="10800000">
            <a:off x="839565" y="6071087"/>
            <a:ext cx="1946925" cy="1919390"/>
          </a:xfrm>
          <a:custGeom>
            <a:rect b="b" l="l" r="r" t="t"/>
            <a:pathLst>
              <a:path extrusionOk="0" h="44998" w="43265">
                <a:moveTo>
                  <a:pt x="0" y="44998"/>
                </a:moveTo>
                <a:lnTo>
                  <a:pt x="0" y="0"/>
                </a:lnTo>
                <a:lnTo>
                  <a:pt x="43265" y="0"/>
                </a:lnTo>
              </a:path>
            </a:pathLst>
          </a:custGeom>
          <a:noFill/>
          <a:ln cap="flat" cmpd="sng" w="50550">
            <a:solidFill>
              <a:schemeClr val="lt2"/>
            </a:solidFill>
            <a:prstDash val="solid"/>
            <a:miter lim="8000"/>
            <a:headEnd len="sm" w="sm" type="none"/>
            <a:tailEnd len="sm" w="sm" type="none"/>
          </a:ln>
        </p:spPr>
      </p:sp>
      <p:sp>
        <p:nvSpPr>
          <p:cNvPr id="18" name="Google Shape;18;g3da057fd879_0_1157"/>
          <p:cNvSpPr txBox="1"/>
          <p:nvPr>
            <p:ph type="title"/>
          </p:nvPr>
        </p:nvSpPr>
        <p:spPr>
          <a:xfrm>
            <a:off x="1392660" y="3082116"/>
            <a:ext cx="13674000" cy="2611500"/>
          </a:xfrm>
          <a:prstGeom prst="rect">
            <a:avLst/>
          </a:prstGeom>
        </p:spPr>
        <p:txBody>
          <a:bodyPr anchorCtr="0" anchor="ctr" bIns="161700" lIns="161700" spcFirstLastPara="1" rIns="161700" wrap="square" tIns="161700">
            <a:normAutofit/>
          </a:bodyPr>
          <a:lstStyle>
            <a:lvl1pPr lvl="0" algn="ctr">
              <a:spcBef>
                <a:spcPts val="0"/>
              </a:spcBef>
              <a:spcAft>
                <a:spcPts val="0"/>
              </a:spcAft>
              <a:buSzPts val="7400"/>
              <a:buNone/>
              <a:defRPr/>
            </a:lvl1pPr>
            <a:lvl2pPr lvl="1" algn="ctr">
              <a:spcBef>
                <a:spcPts val="0"/>
              </a:spcBef>
              <a:spcAft>
                <a:spcPts val="0"/>
              </a:spcAft>
              <a:buSzPts val="7400"/>
              <a:buNone/>
              <a:defRPr/>
            </a:lvl2pPr>
            <a:lvl3pPr lvl="2" algn="ctr">
              <a:spcBef>
                <a:spcPts val="0"/>
              </a:spcBef>
              <a:spcAft>
                <a:spcPts val="0"/>
              </a:spcAft>
              <a:buSzPts val="7400"/>
              <a:buNone/>
              <a:defRPr/>
            </a:lvl3pPr>
            <a:lvl4pPr lvl="3" algn="ctr">
              <a:spcBef>
                <a:spcPts val="0"/>
              </a:spcBef>
              <a:spcAft>
                <a:spcPts val="0"/>
              </a:spcAft>
              <a:buSzPts val="7400"/>
              <a:buNone/>
              <a:defRPr/>
            </a:lvl4pPr>
            <a:lvl5pPr lvl="4" algn="ctr">
              <a:spcBef>
                <a:spcPts val="0"/>
              </a:spcBef>
              <a:spcAft>
                <a:spcPts val="0"/>
              </a:spcAft>
              <a:buSzPts val="7400"/>
              <a:buNone/>
              <a:defRPr/>
            </a:lvl5pPr>
            <a:lvl6pPr lvl="5" algn="ctr">
              <a:spcBef>
                <a:spcPts val="0"/>
              </a:spcBef>
              <a:spcAft>
                <a:spcPts val="0"/>
              </a:spcAft>
              <a:buSzPts val="7400"/>
              <a:buNone/>
              <a:defRPr/>
            </a:lvl6pPr>
            <a:lvl7pPr lvl="6" algn="ctr">
              <a:spcBef>
                <a:spcPts val="0"/>
              </a:spcBef>
              <a:spcAft>
                <a:spcPts val="0"/>
              </a:spcAft>
              <a:buSzPts val="7400"/>
              <a:buNone/>
              <a:defRPr/>
            </a:lvl7pPr>
            <a:lvl8pPr lvl="7" algn="ctr">
              <a:spcBef>
                <a:spcPts val="0"/>
              </a:spcBef>
              <a:spcAft>
                <a:spcPts val="0"/>
              </a:spcAft>
              <a:buSzPts val="7400"/>
              <a:buNone/>
              <a:defRPr/>
            </a:lvl8pPr>
            <a:lvl9pPr lvl="8" algn="ctr">
              <a:spcBef>
                <a:spcPts val="0"/>
              </a:spcBef>
              <a:spcAft>
                <a:spcPts val="0"/>
              </a:spcAft>
              <a:buSzPts val="7400"/>
              <a:buNone/>
              <a:defRPr/>
            </a:lvl9pPr>
          </a:lstStyle>
          <a:p/>
        </p:txBody>
      </p:sp>
      <p:sp>
        <p:nvSpPr>
          <p:cNvPr id="19" name="Google Shape;19;g3da057fd879_0_1157"/>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da057fd879_0_1162"/>
          <p:cNvSpPr/>
          <p:nvPr/>
        </p:nvSpPr>
        <p:spPr>
          <a:xfrm>
            <a:off x="0" y="8608836"/>
            <a:ext cx="16459200" cy="166800"/>
          </a:xfrm>
          <a:prstGeom prst="rect">
            <a:avLst/>
          </a:prstGeom>
          <a:solidFill>
            <a:schemeClr val="lt2"/>
          </a:solidFill>
          <a:ln>
            <a:noFill/>
          </a:ln>
        </p:spPr>
        <p:txBody>
          <a:bodyPr anchorCtr="0" anchor="ctr" bIns="161700" lIns="161700" spcFirstLastPara="1" rIns="161700" wrap="square" tIns="161700">
            <a:noAutofit/>
          </a:bodyPr>
          <a:lstStyle/>
          <a:p>
            <a:pPr indent="0" lvl="0" marL="0" rtl="0" algn="l">
              <a:spcBef>
                <a:spcPts val="0"/>
              </a:spcBef>
              <a:spcAft>
                <a:spcPts val="0"/>
              </a:spcAft>
              <a:buNone/>
            </a:pPr>
            <a:r>
              <a:t/>
            </a:r>
            <a:endParaRPr/>
          </a:p>
        </p:txBody>
      </p:sp>
      <p:sp>
        <p:nvSpPr>
          <p:cNvPr id="22" name="Google Shape;22;g3da057fd879_0_1162"/>
          <p:cNvSpPr txBox="1"/>
          <p:nvPr>
            <p:ph type="title"/>
          </p:nvPr>
        </p:nvSpPr>
        <p:spPr>
          <a:xfrm>
            <a:off x="561060" y="539023"/>
            <a:ext cx="15337200" cy="1418400"/>
          </a:xfrm>
          <a:prstGeom prst="rect">
            <a:avLst/>
          </a:prstGeom>
        </p:spPr>
        <p:txBody>
          <a:bodyPr anchorCtr="0" anchor="b" bIns="161700" lIns="161700" spcFirstLastPara="1" rIns="161700" wrap="square" tIns="161700">
            <a:normAutofit/>
          </a:bodyPr>
          <a:lstStyle>
            <a:lvl1pPr lvl="0">
              <a:spcBef>
                <a:spcPts val="0"/>
              </a:spcBef>
              <a:spcAft>
                <a:spcPts val="0"/>
              </a:spcAft>
              <a:buSzPts val="7400"/>
              <a:buNone/>
              <a:defRPr/>
            </a:lvl1pPr>
            <a:lvl2pPr lvl="1">
              <a:spcBef>
                <a:spcPts val="0"/>
              </a:spcBef>
              <a:spcAft>
                <a:spcPts val="0"/>
              </a:spcAft>
              <a:buSzPts val="7400"/>
              <a:buNone/>
              <a:defRPr/>
            </a:lvl2pPr>
            <a:lvl3pPr lvl="2">
              <a:spcBef>
                <a:spcPts val="0"/>
              </a:spcBef>
              <a:spcAft>
                <a:spcPts val="0"/>
              </a:spcAft>
              <a:buSzPts val="7400"/>
              <a:buNone/>
              <a:defRPr/>
            </a:lvl3pPr>
            <a:lvl4pPr lvl="3">
              <a:spcBef>
                <a:spcPts val="0"/>
              </a:spcBef>
              <a:spcAft>
                <a:spcPts val="0"/>
              </a:spcAft>
              <a:buSzPts val="7400"/>
              <a:buNone/>
              <a:defRPr/>
            </a:lvl4pPr>
            <a:lvl5pPr lvl="4">
              <a:spcBef>
                <a:spcPts val="0"/>
              </a:spcBef>
              <a:spcAft>
                <a:spcPts val="0"/>
              </a:spcAft>
              <a:buSzPts val="7400"/>
              <a:buNone/>
              <a:defRPr/>
            </a:lvl5pPr>
            <a:lvl6pPr lvl="5">
              <a:spcBef>
                <a:spcPts val="0"/>
              </a:spcBef>
              <a:spcAft>
                <a:spcPts val="0"/>
              </a:spcAft>
              <a:buSzPts val="7400"/>
              <a:buNone/>
              <a:defRPr/>
            </a:lvl6pPr>
            <a:lvl7pPr lvl="6">
              <a:spcBef>
                <a:spcPts val="0"/>
              </a:spcBef>
              <a:spcAft>
                <a:spcPts val="0"/>
              </a:spcAft>
              <a:buSzPts val="7400"/>
              <a:buNone/>
              <a:defRPr/>
            </a:lvl7pPr>
            <a:lvl8pPr lvl="7">
              <a:spcBef>
                <a:spcPts val="0"/>
              </a:spcBef>
              <a:spcAft>
                <a:spcPts val="0"/>
              </a:spcAft>
              <a:buSzPts val="7400"/>
              <a:buNone/>
              <a:defRPr/>
            </a:lvl8pPr>
            <a:lvl9pPr lvl="8">
              <a:spcBef>
                <a:spcPts val="0"/>
              </a:spcBef>
              <a:spcAft>
                <a:spcPts val="0"/>
              </a:spcAft>
              <a:buSzPts val="7400"/>
              <a:buNone/>
              <a:defRPr/>
            </a:lvl9pPr>
          </a:lstStyle>
          <a:p/>
        </p:txBody>
      </p:sp>
      <p:sp>
        <p:nvSpPr>
          <p:cNvPr id="23" name="Google Shape;23;g3da057fd879_0_1162"/>
          <p:cNvSpPr txBox="1"/>
          <p:nvPr>
            <p:ph idx="1" type="body"/>
          </p:nvPr>
        </p:nvSpPr>
        <p:spPr>
          <a:xfrm>
            <a:off x="561060" y="2090446"/>
            <a:ext cx="15337200" cy="5722500"/>
          </a:xfrm>
          <a:prstGeom prst="rect">
            <a:avLst/>
          </a:prstGeom>
        </p:spPr>
        <p:txBody>
          <a:bodyPr anchorCtr="0" anchor="t" bIns="161700" lIns="161700" spcFirstLastPara="1" rIns="161700" wrap="square" tIns="161700">
            <a:normAutofit/>
          </a:bodyPr>
          <a:lstStyle>
            <a:lvl1pPr indent="-431800" lvl="0" marL="457200">
              <a:spcBef>
                <a:spcPts val="0"/>
              </a:spcBef>
              <a:spcAft>
                <a:spcPts val="0"/>
              </a:spcAft>
              <a:buSzPts val="32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24" name="Google Shape;24;g3da057fd879_0_1162"/>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g3da057fd879_0_1167"/>
          <p:cNvSpPr txBox="1"/>
          <p:nvPr>
            <p:ph type="title"/>
          </p:nvPr>
        </p:nvSpPr>
        <p:spPr>
          <a:xfrm>
            <a:off x="561060" y="539023"/>
            <a:ext cx="15337200" cy="1418400"/>
          </a:xfrm>
          <a:prstGeom prst="rect">
            <a:avLst/>
          </a:prstGeom>
        </p:spPr>
        <p:txBody>
          <a:bodyPr anchorCtr="0" anchor="b" bIns="161700" lIns="161700" spcFirstLastPara="1" rIns="161700" wrap="square" tIns="161700">
            <a:normAutofit/>
          </a:bodyPr>
          <a:lstStyle>
            <a:lvl1pPr lvl="0">
              <a:spcBef>
                <a:spcPts val="0"/>
              </a:spcBef>
              <a:spcAft>
                <a:spcPts val="0"/>
              </a:spcAft>
              <a:buSzPts val="7400"/>
              <a:buNone/>
              <a:defRPr/>
            </a:lvl1pPr>
            <a:lvl2pPr lvl="1">
              <a:spcBef>
                <a:spcPts val="0"/>
              </a:spcBef>
              <a:spcAft>
                <a:spcPts val="0"/>
              </a:spcAft>
              <a:buSzPts val="7400"/>
              <a:buNone/>
              <a:defRPr/>
            </a:lvl2pPr>
            <a:lvl3pPr lvl="2">
              <a:spcBef>
                <a:spcPts val="0"/>
              </a:spcBef>
              <a:spcAft>
                <a:spcPts val="0"/>
              </a:spcAft>
              <a:buSzPts val="7400"/>
              <a:buNone/>
              <a:defRPr/>
            </a:lvl3pPr>
            <a:lvl4pPr lvl="3">
              <a:spcBef>
                <a:spcPts val="0"/>
              </a:spcBef>
              <a:spcAft>
                <a:spcPts val="0"/>
              </a:spcAft>
              <a:buSzPts val="7400"/>
              <a:buNone/>
              <a:defRPr/>
            </a:lvl4pPr>
            <a:lvl5pPr lvl="4">
              <a:spcBef>
                <a:spcPts val="0"/>
              </a:spcBef>
              <a:spcAft>
                <a:spcPts val="0"/>
              </a:spcAft>
              <a:buSzPts val="7400"/>
              <a:buNone/>
              <a:defRPr/>
            </a:lvl5pPr>
            <a:lvl6pPr lvl="5">
              <a:spcBef>
                <a:spcPts val="0"/>
              </a:spcBef>
              <a:spcAft>
                <a:spcPts val="0"/>
              </a:spcAft>
              <a:buSzPts val="7400"/>
              <a:buNone/>
              <a:defRPr/>
            </a:lvl6pPr>
            <a:lvl7pPr lvl="6">
              <a:spcBef>
                <a:spcPts val="0"/>
              </a:spcBef>
              <a:spcAft>
                <a:spcPts val="0"/>
              </a:spcAft>
              <a:buSzPts val="7400"/>
              <a:buNone/>
              <a:defRPr/>
            </a:lvl7pPr>
            <a:lvl8pPr lvl="7">
              <a:spcBef>
                <a:spcPts val="0"/>
              </a:spcBef>
              <a:spcAft>
                <a:spcPts val="0"/>
              </a:spcAft>
              <a:buSzPts val="7400"/>
              <a:buNone/>
              <a:defRPr/>
            </a:lvl8pPr>
            <a:lvl9pPr lvl="8">
              <a:spcBef>
                <a:spcPts val="0"/>
              </a:spcBef>
              <a:spcAft>
                <a:spcPts val="0"/>
              </a:spcAft>
              <a:buSzPts val="7400"/>
              <a:buNone/>
              <a:defRPr/>
            </a:lvl9pPr>
          </a:lstStyle>
          <a:p/>
        </p:txBody>
      </p:sp>
      <p:sp>
        <p:nvSpPr>
          <p:cNvPr id="27" name="Google Shape;27;g3da057fd879_0_1167"/>
          <p:cNvSpPr txBox="1"/>
          <p:nvPr>
            <p:ph idx="1" type="body"/>
          </p:nvPr>
        </p:nvSpPr>
        <p:spPr>
          <a:xfrm>
            <a:off x="561060" y="2090446"/>
            <a:ext cx="7199700" cy="5722500"/>
          </a:xfrm>
          <a:prstGeom prst="rect">
            <a:avLst/>
          </a:prstGeom>
        </p:spPr>
        <p:txBody>
          <a:bodyPr anchorCtr="0" anchor="t" bIns="161700" lIns="161700" spcFirstLastPara="1" rIns="161700" wrap="square" tIns="161700">
            <a:normAutofit/>
          </a:bodyPr>
          <a:lstStyle>
            <a:lvl1pPr indent="-387350" lvl="0" marL="457200">
              <a:spcBef>
                <a:spcPts val="0"/>
              </a:spcBef>
              <a:spcAft>
                <a:spcPts val="0"/>
              </a:spcAft>
              <a:buSzPts val="2500"/>
              <a:buChar char="●"/>
              <a:defRPr sz="2500"/>
            </a:lvl1pPr>
            <a:lvl2pPr indent="-361950" lvl="1" marL="914400">
              <a:spcBef>
                <a:spcPts val="0"/>
              </a:spcBef>
              <a:spcAft>
                <a:spcPts val="0"/>
              </a:spcAft>
              <a:buSzPts val="2100"/>
              <a:buChar char="○"/>
              <a:defRPr sz="2100"/>
            </a:lvl2pPr>
            <a:lvl3pPr indent="-361950" lvl="2" marL="1371600">
              <a:spcBef>
                <a:spcPts val="0"/>
              </a:spcBef>
              <a:spcAft>
                <a:spcPts val="0"/>
              </a:spcAft>
              <a:buSzPts val="2100"/>
              <a:buChar char="■"/>
              <a:defRPr sz="2100"/>
            </a:lvl3pPr>
            <a:lvl4pPr indent="-361950" lvl="3" marL="1828800">
              <a:spcBef>
                <a:spcPts val="0"/>
              </a:spcBef>
              <a:spcAft>
                <a:spcPts val="0"/>
              </a:spcAft>
              <a:buSzPts val="2100"/>
              <a:buChar char="●"/>
              <a:defRPr sz="2100"/>
            </a:lvl4pPr>
            <a:lvl5pPr indent="-361950" lvl="4" marL="2286000">
              <a:spcBef>
                <a:spcPts val="0"/>
              </a:spcBef>
              <a:spcAft>
                <a:spcPts val="0"/>
              </a:spcAft>
              <a:buSzPts val="2100"/>
              <a:buChar char="○"/>
              <a:defRPr sz="2100"/>
            </a:lvl5pPr>
            <a:lvl6pPr indent="-361950" lvl="5" marL="2743200">
              <a:spcBef>
                <a:spcPts val="0"/>
              </a:spcBef>
              <a:spcAft>
                <a:spcPts val="0"/>
              </a:spcAft>
              <a:buSzPts val="2100"/>
              <a:buChar char="■"/>
              <a:defRPr sz="2100"/>
            </a:lvl6pPr>
            <a:lvl7pPr indent="-361950" lvl="6" marL="3200400">
              <a:spcBef>
                <a:spcPts val="0"/>
              </a:spcBef>
              <a:spcAft>
                <a:spcPts val="0"/>
              </a:spcAft>
              <a:buSzPts val="2100"/>
              <a:buChar char="●"/>
              <a:defRPr sz="2100"/>
            </a:lvl7pPr>
            <a:lvl8pPr indent="-361950" lvl="7" marL="3657600">
              <a:spcBef>
                <a:spcPts val="0"/>
              </a:spcBef>
              <a:spcAft>
                <a:spcPts val="0"/>
              </a:spcAft>
              <a:buSzPts val="2100"/>
              <a:buChar char="○"/>
              <a:defRPr sz="2100"/>
            </a:lvl8pPr>
            <a:lvl9pPr indent="-361950" lvl="8" marL="4114800">
              <a:spcBef>
                <a:spcPts val="0"/>
              </a:spcBef>
              <a:spcAft>
                <a:spcPts val="0"/>
              </a:spcAft>
              <a:buSzPts val="2100"/>
              <a:buChar char="■"/>
              <a:defRPr sz="2100"/>
            </a:lvl9pPr>
          </a:lstStyle>
          <a:p/>
        </p:txBody>
      </p:sp>
      <p:sp>
        <p:nvSpPr>
          <p:cNvPr id="28" name="Google Shape;28;g3da057fd879_0_1167"/>
          <p:cNvSpPr txBox="1"/>
          <p:nvPr>
            <p:ph idx="2" type="body"/>
          </p:nvPr>
        </p:nvSpPr>
        <p:spPr>
          <a:xfrm>
            <a:off x="8698320" y="2090446"/>
            <a:ext cx="7199700" cy="5722500"/>
          </a:xfrm>
          <a:prstGeom prst="rect">
            <a:avLst/>
          </a:prstGeom>
        </p:spPr>
        <p:txBody>
          <a:bodyPr anchorCtr="0" anchor="t" bIns="161700" lIns="161700" spcFirstLastPara="1" rIns="161700" wrap="square" tIns="161700">
            <a:normAutofit/>
          </a:bodyPr>
          <a:lstStyle>
            <a:lvl1pPr indent="-387350" lvl="0" marL="457200">
              <a:spcBef>
                <a:spcPts val="0"/>
              </a:spcBef>
              <a:spcAft>
                <a:spcPts val="0"/>
              </a:spcAft>
              <a:buSzPts val="2500"/>
              <a:buChar char="●"/>
              <a:defRPr sz="2500"/>
            </a:lvl1pPr>
            <a:lvl2pPr indent="-361950" lvl="1" marL="914400">
              <a:spcBef>
                <a:spcPts val="0"/>
              </a:spcBef>
              <a:spcAft>
                <a:spcPts val="0"/>
              </a:spcAft>
              <a:buSzPts val="2100"/>
              <a:buChar char="○"/>
              <a:defRPr sz="2100"/>
            </a:lvl2pPr>
            <a:lvl3pPr indent="-361950" lvl="2" marL="1371600">
              <a:spcBef>
                <a:spcPts val="0"/>
              </a:spcBef>
              <a:spcAft>
                <a:spcPts val="0"/>
              </a:spcAft>
              <a:buSzPts val="2100"/>
              <a:buChar char="■"/>
              <a:defRPr sz="2100"/>
            </a:lvl3pPr>
            <a:lvl4pPr indent="-361950" lvl="3" marL="1828800">
              <a:spcBef>
                <a:spcPts val="0"/>
              </a:spcBef>
              <a:spcAft>
                <a:spcPts val="0"/>
              </a:spcAft>
              <a:buSzPts val="2100"/>
              <a:buChar char="●"/>
              <a:defRPr sz="2100"/>
            </a:lvl4pPr>
            <a:lvl5pPr indent="-361950" lvl="4" marL="2286000">
              <a:spcBef>
                <a:spcPts val="0"/>
              </a:spcBef>
              <a:spcAft>
                <a:spcPts val="0"/>
              </a:spcAft>
              <a:buSzPts val="2100"/>
              <a:buChar char="○"/>
              <a:defRPr sz="2100"/>
            </a:lvl5pPr>
            <a:lvl6pPr indent="-361950" lvl="5" marL="2743200">
              <a:spcBef>
                <a:spcPts val="0"/>
              </a:spcBef>
              <a:spcAft>
                <a:spcPts val="0"/>
              </a:spcAft>
              <a:buSzPts val="2100"/>
              <a:buChar char="■"/>
              <a:defRPr sz="2100"/>
            </a:lvl6pPr>
            <a:lvl7pPr indent="-361950" lvl="6" marL="3200400">
              <a:spcBef>
                <a:spcPts val="0"/>
              </a:spcBef>
              <a:spcAft>
                <a:spcPts val="0"/>
              </a:spcAft>
              <a:buSzPts val="2100"/>
              <a:buChar char="●"/>
              <a:defRPr sz="2100"/>
            </a:lvl7pPr>
            <a:lvl8pPr indent="-361950" lvl="7" marL="3657600">
              <a:spcBef>
                <a:spcPts val="0"/>
              </a:spcBef>
              <a:spcAft>
                <a:spcPts val="0"/>
              </a:spcAft>
              <a:buSzPts val="2100"/>
              <a:buChar char="○"/>
              <a:defRPr sz="2100"/>
            </a:lvl8pPr>
            <a:lvl9pPr indent="-361950" lvl="8" marL="4114800">
              <a:spcBef>
                <a:spcPts val="0"/>
              </a:spcBef>
              <a:spcAft>
                <a:spcPts val="0"/>
              </a:spcAft>
              <a:buSzPts val="2100"/>
              <a:buChar char="■"/>
              <a:defRPr sz="2100"/>
            </a:lvl9pPr>
          </a:lstStyle>
          <a:p/>
        </p:txBody>
      </p:sp>
      <p:sp>
        <p:nvSpPr>
          <p:cNvPr id="29" name="Google Shape;29;g3da057fd879_0_1167"/>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g3da057fd879_0_1172"/>
          <p:cNvSpPr txBox="1"/>
          <p:nvPr>
            <p:ph type="title"/>
          </p:nvPr>
        </p:nvSpPr>
        <p:spPr>
          <a:xfrm>
            <a:off x="561060" y="539023"/>
            <a:ext cx="15337200" cy="1418400"/>
          </a:xfrm>
          <a:prstGeom prst="rect">
            <a:avLst/>
          </a:prstGeom>
        </p:spPr>
        <p:txBody>
          <a:bodyPr anchorCtr="0" anchor="b" bIns="161700" lIns="161700" spcFirstLastPara="1" rIns="161700" wrap="square" tIns="161700">
            <a:normAutofit/>
          </a:bodyPr>
          <a:lstStyle>
            <a:lvl1pPr lvl="0">
              <a:spcBef>
                <a:spcPts val="0"/>
              </a:spcBef>
              <a:spcAft>
                <a:spcPts val="0"/>
              </a:spcAft>
              <a:buSzPts val="7400"/>
              <a:buNone/>
              <a:defRPr/>
            </a:lvl1pPr>
            <a:lvl2pPr lvl="1">
              <a:spcBef>
                <a:spcPts val="0"/>
              </a:spcBef>
              <a:spcAft>
                <a:spcPts val="0"/>
              </a:spcAft>
              <a:buSzPts val="7400"/>
              <a:buNone/>
              <a:defRPr/>
            </a:lvl2pPr>
            <a:lvl3pPr lvl="2">
              <a:spcBef>
                <a:spcPts val="0"/>
              </a:spcBef>
              <a:spcAft>
                <a:spcPts val="0"/>
              </a:spcAft>
              <a:buSzPts val="7400"/>
              <a:buNone/>
              <a:defRPr/>
            </a:lvl3pPr>
            <a:lvl4pPr lvl="3">
              <a:spcBef>
                <a:spcPts val="0"/>
              </a:spcBef>
              <a:spcAft>
                <a:spcPts val="0"/>
              </a:spcAft>
              <a:buSzPts val="7400"/>
              <a:buNone/>
              <a:defRPr/>
            </a:lvl4pPr>
            <a:lvl5pPr lvl="4">
              <a:spcBef>
                <a:spcPts val="0"/>
              </a:spcBef>
              <a:spcAft>
                <a:spcPts val="0"/>
              </a:spcAft>
              <a:buSzPts val="7400"/>
              <a:buNone/>
              <a:defRPr/>
            </a:lvl5pPr>
            <a:lvl6pPr lvl="5">
              <a:spcBef>
                <a:spcPts val="0"/>
              </a:spcBef>
              <a:spcAft>
                <a:spcPts val="0"/>
              </a:spcAft>
              <a:buSzPts val="7400"/>
              <a:buNone/>
              <a:defRPr/>
            </a:lvl6pPr>
            <a:lvl7pPr lvl="6">
              <a:spcBef>
                <a:spcPts val="0"/>
              </a:spcBef>
              <a:spcAft>
                <a:spcPts val="0"/>
              </a:spcAft>
              <a:buSzPts val="7400"/>
              <a:buNone/>
              <a:defRPr/>
            </a:lvl7pPr>
            <a:lvl8pPr lvl="7">
              <a:spcBef>
                <a:spcPts val="0"/>
              </a:spcBef>
              <a:spcAft>
                <a:spcPts val="0"/>
              </a:spcAft>
              <a:buSzPts val="7400"/>
              <a:buNone/>
              <a:defRPr/>
            </a:lvl8pPr>
            <a:lvl9pPr lvl="8">
              <a:spcBef>
                <a:spcPts val="0"/>
              </a:spcBef>
              <a:spcAft>
                <a:spcPts val="0"/>
              </a:spcAft>
              <a:buSzPts val="7400"/>
              <a:buNone/>
              <a:defRPr/>
            </a:lvl9pPr>
          </a:lstStyle>
          <a:p/>
        </p:txBody>
      </p:sp>
      <p:sp>
        <p:nvSpPr>
          <p:cNvPr id="32" name="Google Shape;32;g3da057fd879_0_1172"/>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g3da057fd879_0_1175"/>
          <p:cNvSpPr txBox="1"/>
          <p:nvPr>
            <p:ph type="title"/>
          </p:nvPr>
        </p:nvSpPr>
        <p:spPr>
          <a:xfrm>
            <a:off x="561060" y="947950"/>
            <a:ext cx="5054400" cy="1289400"/>
          </a:xfrm>
          <a:prstGeom prst="rect">
            <a:avLst/>
          </a:prstGeom>
        </p:spPr>
        <p:txBody>
          <a:bodyPr anchorCtr="0" anchor="b" bIns="161700" lIns="161700" spcFirstLastPara="1" rIns="161700" wrap="square" tIns="161700">
            <a:normAutofit/>
          </a:bodyPr>
          <a:lstStyle>
            <a:lvl1pPr lvl="0">
              <a:spcBef>
                <a:spcPts val="0"/>
              </a:spcBef>
              <a:spcAft>
                <a:spcPts val="0"/>
              </a:spcAft>
              <a:buSzPts val="5300"/>
              <a:buNone/>
              <a:defRPr sz="5300"/>
            </a:lvl1pPr>
            <a:lvl2pPr lvl="1">
              <a:spcBef>
                <a:spcPts val="0"/>
              </a:spcBef>
              <a:spcAft>
                <a:spcPts val="0"/>
              </a:spcAft>
              <a:buSzPts val="5300"/>
              <a:buNone/>
              <a:defRPr sz="5300"/>
            </a:lvl2pPr>
            <a:lvl3pPr lvl="2">
              <a:spcBef>
                <a:spcPts val="0"/>
              </a:spcBef>
              <a:spcAft>
                <a:spcPts val="0"/>
              </a:spcAft>
              <a:buSzPts val="5300"/>
              <a:buNone/>
              <a:defRPr sz="5300"/>
            </a:lvl3pPr>
            <a:lvl4pPr lvl="3">
              <a:spcBef>
                <a:spcPts val="0"/>
              </a:spcBef>
              <a:spcAft>
                <a:spcPts val="0"/>
              </a:spcAft>
              <a:buSzPts val="5300"/>
              <a:buNone/>
              <a:defRPr sz="5300"/>
            </a:lvl4pPr>
            <a:lvl5pPr lvl="4">
              <a:spcBef>
                <a:spcPts val="0"/>
              </a:spcBef>
              <a:spcAft>
                <a:spcPts val="0"/>
              </a:spcAft>
              <a:buSzPts val="5300"/>
              <a:buNone/>
              <a:defRPr sz="5300"/>
            </a:lvl5pPr>
            <a:lvl6pPr lvl="5">
              <a:spcBef>
                <a:spcPts val="0"/>
              </a:spcBef>
              <a:spcAft>
                <a:spcPts val="0"/>
              </a:spcAft>
              <a:buSzPts val="5300"/>
              <a:buNone/>
              <a:defRPr sz="5300"/>
            </a:lvl6pPr>
            <a:lvl7pPr lvl="6">
              <a:spcBef>
                <a:spcPts val="0"/>
              </a:spcBef>
              <a:spcAft>
                <a:spcPts val="0"/>
              </a:spcAft>
              <a:buSzPts val="5300"/>
              <a:buNone/>
              <a:defRPr sz="5300"/>
            </a:lvl7pPr>
            <a:lvl8pPr lvl="7">
              <a:spcBef>
                <a:spcPts val="0"/>
              </a:spcBef>
              <a:spcAft>
                <a:spcPts val="0"/>
              </a:spcAft>
              <a:buSzPts val="5300"/>
              <a:buNone/>
              <a:defRPr sz="5300"/>
            </a:lvl8pPr>
            <a:lvl9pPr lvl="8">
              <a:spcBef>
                <a:spcPts val="0"/>
              </a:spcBef>
              <a:spcAft>
                <a:spcPts val="0"/>
              </a:spcAft>
              <a:buSzPts val="5300"/>
              <a:buNone/>
              <a:defRPr sz="5300"/>
            </a:lvl9pPr>
          </a:lstStyle>
          <a:p/>
        </p:txBody>
      </p:sp>
      <p:sp>
        <p:nvSpPr>
          <p:cNvPr id="35" name="Google Shape;35;g3da057fd879_0_1175"/>
          <p:cNvSpPr txBox="1"/>
          <p:nvPr>
            <p:ph idx="1" type="body"/>
          </p:nvPr>
        </p:nvSpPr>
        <p:spPr>
          <a:xfrm>
            <a:off x="561060" y="2387618"/>
            <a:ext cx="5054400" cy="4751400"/>
          </a:xfrm>
          <a:prstGeom prst="rect">
            <a:avLst/>
          </a:prstGeom>
        </p:spPr>
        <p:txBody>
          <a:bodyPr anchorCtr="0" anchor="t" bIns="161700" lIns="161700" spcFirstLastPara="1" rIns="161700" wrap="square" tIns="161700">
            <a:normAutofit/>
          </a:bodyPr>
          <a:lstStyle>
            <a:lvl1pPr indent="-361950" lvl="0" marL="457200">
              <a:spcBef>
                <a:spcPts val="0"/>
              </a:spcBef>
              <a:spcAft>
                <a:spcPts val="0"/>
              </a:spcAft>
              <a:buSzPts val="2100"/>
              <a:buChar char="●"/>
              <a:defRPr sz="2100"/>
            </a:lvl1pPr>
            <a:lvl2pPr indent="-361950" lvl="1" marL="914400">
              <a:spcBef>
                <a:spcPts val="0"/>
              </a:spcBef>
              <a:spcAft>
                <a:spcPts val="0"/>
              </a:spcAft>
              <a:buSzPts val="2100"/>
              <a:buChar char="○"/>
              <a:defRPr sz="2100"/>
            </a:lvl2pPr>
            <a:lvl3pPr indent="-361950" lvl="2" marL="1371600">
              <a:spcBef>
                <a:spcPts val="0"/>
              </a:spcBef>
              <a:spcAft>
                <a:spcPts val="0"/>
              </a:spcAft>
              <a:buSzPts val="2100"/>
              <a:buChar char="■"/>
              <a:defRPr sz="2100"/>
            </a:lvl3pPr>
            <a:lvl4pPr indent="-361950" lvl="3" marL="1828800">
              <a:spcBef>
                <a:spcPts val="0"/>
              </a:spcBef>
              <a:spcAft>
                <a:spcPts val="0"/>
              </a:spcAft>
              <a:buSzPts val="2100"/>
              <a:buChar char="●"/>
              <a:defRPr sz="2100"/>
            </a:lvl4pPr>
            <a:lvl5pPr indent="-361950" lvl="4" marL="2286000">
              <a:spcBef>
                <a:spcPts val="0"/>
              </a:spcBef>
              <a:spcAft>
                <a:spcPts val="0"/>
              </a:spcAft>
              <a:buSzPts val="2100"/>
              <a:buChar char="○"/>
              <a:defRPr sz="2100"/>
            </a:lvl5pPr>
            <a:lvl6pPr indent="-361950" lvl="5" marL="2743200">
              <a:spcBef>
                <a:spcPts val="0"/>
              </a:spcBef>
              <a:spcAft>
                <a:spcPts val="0"/>
              </a:spcAft>
              <a:buSzPts val="2100"/>
              <a:buChar char="■"/>
              <a:defRPr sz="2100"/>
            </a:lvl6pPr>
            <a:lvl7pPr indent="-361950" lvl="6" marL="3200400">
              <a:spcBef>
                <a:spcPts val="0"/>
              </a:spcBef>
              <a:spcAft>
                <a:spcPts val="0"/>
              </a:spcAft>
              <a:buSzPts val="2100"/>
              <a:buChar char="●"/>
              <a:defRPr sz="2100"/>
            </a:lvl7pPr>
            <a:lvl8pPr indent="-361950" lvl="7" marL="3657600">
              <a:spcBef>
                <a:spcPts val="0"/>
              </a:spcBef>
              <a:spcAft>
                <a:spcPts val="0"/>
              </a:spcAft>
              <a:buSzPts val="2100"/>
              <a:buChar char="○"/>
              <a:defRPr sz="2100"/>
            </a:lvl8pPr>
            <a:lvl9pPr indent="-361950" lvl="8" marL="4114800">
              <a:spcBef>
                <a:spcPts val="0"/>
              </a:spcBef>
              <a:spcAft>
                <a:spcPts val="0"/>
              </a:spcAft>
              <a:buSzPts val="2100"/>
              <a:buChar char="■"/>
              <a:defRPr sz="2100"/>
            </a:lvl9pPr>
          </a:lstStyle>
          <a:p/>
        </p:txBody>
      </p:sp>
      <p:sp>
        <p:nvSpPr>
          <p:cNvPr id="36" name="Google Shape;36;g3da057fd879_0_1175"/>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g3da057fd879_0_1179"/>
          <p:cNvSpPr/>
          <p:nvPr/>
        </p:nvSpPr>
        <p:spPr>
          <a:xfrm>
            <a:off x="0" y="8608836"/>
            <a:ext cx="16459200" cy="166800"/>
          </a:xfrm>
          <a:prstGeom prst="rect">
            <a:avLst/>
          </a:prstGeom>
          <a:solidFill>
            <a:schemeClr val="lt2"/>
          </a:solidFill>
          <a:ln>
            <a:noFill/>
          </a:ln>
        </p:spPr>
        <p:txBody>
          <a:bodyPr anchorCtr="0" anchor="ctr" bIns="161700" lIns="161700" spcFirstLastPara="1" rIns="161700" wrap="square" tIns="161700">
            <a:noAutofit/>
          </a:bodyPr>
          <a:lstStyle/>
          <a:p>
            <a:pPr indent="0" lvl="0" marL="0" rtl="0" algn="l">
              <a:spcBef>
                <a:spcPts val="0"/>
              </a:spcBef>
              <a:spcAft>
                <a:spcPts val="0"/>
              </a:spcAft>
              <a:buNone/>
            </a:pPr>
            <a:r>
              <a:t/>
            </a:r>
            <a:endParaRPr/>
          </a:p>
        </p:txBody>
      </p:sp>
      <p:sp>
        <p:nvSpPr>
          <p:cNvPr id="39" name="Google Shape;39;g3da057fd879_0_1179"/>
          <p:cNvSpPr txBox="1"/>
          <p:nvPr>
            <p:ph type="title"/>
          </p:nvPr>
        </p:nvSpPr>
        <p:spPr>
          <a:xfrm>
            <a:off x="882450" y="768034"/>
            <a:ext cx="10581900" cy="6979500"/>
          </a:xfrm>
          <a:prstGeom prst="rect">
            <a:avLst/>
          </a:prstGeom>
        </p:spPr>
        <p:txBody>
          <a:bodyPr anchorCtr="0" anchor="ctr" bIns="161700" lIns="161700" spcFirstLastPara="1" rIns="161700" wrap="square" tIns="161700">
            <a:normAutofit/>
          </a:bodyPr>
          <a:lstStyle>
            <a:lvl1pPr lvl="0">
              <a:spcBef>
                <a:spcPts val="0"/>
              </a:spcBef>
              <a:spcAft>
                <a:spcPts val="0"/>
              </a:spcAft>
              <a:buSzPts val="8500"/>
              <a:buNone/>
              <a:defRPr sz="8500"/>
            </a:lvl1pPr>
            <a:lvl2pPr lvl="1">
              <a:spcBef>
                <a:spcPts val="0"/>
              </a:spcBef>
              <a:spcAft>
                <a:spcPts val="0"/>
              </a:spcAft>
              <a:buSzPts val="8500"/>
              <a:buNone/>
              <a:defRPr sz="8500"/>
            </a:lvl2pPr>
            <a:lvl3pPr lvl="2">
              <a:spcBef>
                <a:spcPts val="0"/>
              </a:spcBef>
              <a:spcAft>
                <a:spcPts val="0"/>
              </a:spcAft>
              <a:buSzPts val="8500"/>
              <a:buNone/>
              <a:defRPr sz="8500"/>
            </a:lvl3pPr>
            <a:lvl4pPr lvl="3">
              <a:spcBef>
                <a:spcPts val="0"/>
              </a:spcBef>
              <a:spcAft>
                <a:spcPts val="0"/>
              </a:spcAft>
              <a:buSzPts val="8500"/>
              <a:buNone/>
              <a:defRPr sz="8500"/>
            </a:lvl4pPr>
            <a:lvl5pPr lvl="4">
              <a:spcBef>
                <a:spcPts val="0"/>
              </a:spcBef>
              <a:spcAft>
                <a:spcPts val="0"/>
              </a:spcAft>
              <a:buSzPts val="8500"/>
              <a:buNone/>
              <a:defRPr sz="8500"/>
            </a:lvl5pPr>
            <a:lvl6pPr lvl="5">
              <a:spcBef>
                <a:spcPts val="0"/>
              </a:spcBef>
              <a:spcAft>
                <a:spcPts val="0"/>
              </a:spcAft>
              <a:buSzPts val="8500"/>
              <a:buNone/>
              <a:defRPr sz="8500"/>
            </a:lvl6pPr>
            <a:lvl7pPr lvl="6">
              <a:spcBef>
                <a:spcPts val="0"/>
              </a:spcBef>
              <a:spcAft>
                <a:spcPts val="0"/>
              </a:spcAft>
              <a:buSzPts val="8500"/>
              <a:buNone/>
              <a:defRPr sz="8500"/>
            </a:lvl7pPr>
            <a:lvl8pPr lvl="7">
              <a:spcBef>
                <a:spcPts val="0"/>
              </a:spcBef>
              <a:spcAft>
                <a:spcPts val="0"/>
              </a:spcAft>
              <a:buSzPts val="8500"/>
              <a:buNone/>
              <a:defRPr sz="8500"/>
            </a:lvl8pPr>
            <a:lvl9pPr lvl="8">
              <a:spcBef>
                <a:spcPts val="0"/>
              </a:spcBef>
              <a:spcAft>
                <a:spcPts val="0"/>
              </a:spcAft>
              <a:buSzPts val="8500"/>
              <a:buNone/>
              <a:defRPr sz="8500"/>
            </a:lvl9pPr>
          </a:lstStyle>
          <a:p/>
        </p:txBody>
      </p:sp>
      <p:sp>
        <p:nvSpPr>
          <p:cNvPr id="40" name="Google Shape;40;g3da057fd879_0_1179"/>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g3da057fd879_0_1183"/>
          <p:cNvSpPr/>
          <p:nvPr/>
        </p:nvSpPr>
        <p:spPr>
          <a:xfrm>
            <a:off x="8229600" y="-43"/>
            <a:ext cx="8229600" cy="8775600"/>
          </a:xfrm>
          <a:prstGeom prst="rect">
            <a:avLst/>
          </a:prstGeom>
          <a:solidFill>
            <a:schemeClr val="lt2"/>
          </a:solidFill>
          <a:ln>
            <a:noFill/>
          </a:ln>
        </p:spPr>
        <p:txBody>
          <a:bodyPr anchorCtr="0" anchor="ctr" bIns="161700" lIns="161700" spcFirstLastPara="1" rIns="161700" wrap="square" tIns="161700">
            <a:noAutofit/>
          </a:bodyPr>
          <a:lstStyle/>
          <a:p>
            <a:pPr indent="0" lvl="0" marL="0" rtl="0" algn="l">
              <a:spcBef>
                <a:spcPts val="0"/>
              </a:spcBef>
              <a:spcAft>
                <a:spcPts val="0"/>
              </a:spcAft>
              <a:buNone/>
            </a:pPr>
            <a:r>
              <a:t/>
            </a:r>
            <a:endParaRPr/>
          </a:p>
        </p:txBody>
      </p:sp>
      <p:cxnSp>
        <p:nvCxnSpPr>
          <p:cNvPr id="43" name="Google Shape;43;g3da057fd879_0_1183"/>
          <p:cNvCxnSpPr/>
          <p:nvPr/>
        </p:nvCxnSpPr>
        <p:spPr>
          <a:xfrm>
            <a:off x="9053415" y="7670100"/>
            <a:ext cx="843000" cy="0"/>
          </a:xfrm>
          <a:prstGeom prst="straightConnector1">
            <a:avLst/>
          </a:prstGeom>
          <a:noFill/>
          <a:ln cap="flat" cmpd="sng" w="33700">
            <a:solidFill>
              <a:schemeClr val="lt1"/>
            </a:solidFill>
            <a:prstDash val="solid"/>
            <a:round/>
            <a:headEnd len="sm" w="sm" type="none"/>
            <a:tailEnd len="sm" w="sm" type="none"/>
          </a:ln>
        </p:spPr>
      </p:cxnSp>
      <p:sp>
        <p:nvSpPr>
          <p:cNvPr id="44" name="Google Shape;44;g3da057fd879_0_1183"/>
          <p:cNvSpPr txBox="1"/>
          <p:nvPr>
            <p:ph type="title"/>
          </p:nvPr>
        </p:nvSpPr>
        <p:spPr>
          <a:xfrm>
            <a:off x="477900" y="1585504"/>
            <a:ext cx="7281300" cy="3047700"/>
          </a:xfrm>
          <a:prstGeom prst="rect">
            <a:avLst/>
          </a:prstGeom>
        </p:spPr>
        <p:txBody>
          <a:bodyPr anchorCtr="0" anchor="b" bIns="161700" lIns="161700" spcFirstLastPara="1" rIns="161700" wrap="square" tIns="161700">
            <a:normAutofit/>
          </a:bodyPr>
          <a:lstStyle>
            <a:lvl1pPr lvl="0" algn="ctr">
              <a:spcBef>
                <a:spcPts val="0"/>
              </a:spcBef>
              <a:spcAft>
                <a:spcPts val="0"/>
              </a:spcAft>
              <a:buClr>
                <a:schemeClr val="lt2"/>
              </a:buClr>
              <a:buSzPts val="7400"/>
              <a:buNone/>
              <a:defRPr>
                <a:solidFill>
                  <a:schemeClr val="lt2"/>
                </a:solidFill>
              </a:defRPr>
            </a:lvl1pPr>
            <a:lvl2pPr lvl="1" algn="ctr">
              <a:spcBef>
                <a:spcPts val="0"/>
              </a:spcBef>
              <a:spcAft>
                <a:spcPts val="0"/>
              </a:spcAft>
              <a:buClr>
                <a:schemeClr val="lt2"/>
              </a:buClr>
              <a:buSzPts val="7400"/>
              <a:buNone/>
              <a:defRPr>
                <a:solidFill>
                  <a:schemeClr val="lt2"/>
                </a:solidFill>
              </a:defRPr>
            </a:lvl2pPr>
            <a:lvl3pPr lvl="2" algn="ctr">
              <a:spcBef>
                <a:spcPts val="0"/>
              </a:spcBef>
              <a:spcAft>
                <a:spcPts val="0"/>
              </a:spcAft>
              <a:buClr>
                <a:schemeClr val="lt2"/>
              </a:buClr>
              <a:buSzPts val="7400"/>
              <a:buNone/>
              <a:defRPr>
                <a:solidFill>
                  <a:schemeClr val="lt2"/>
                </a:solidFill>
              </a:defRPr>
            </a:lvl3pPr>
            <a:lvl4pPr lvl="3" algn="ctr">
              <a:spcBef>
                <a:spcPts val="0"/>
              </a:spcBef>
              <a:spcAft>
                <a:spcPts val="0"/>
              </a:spcAft>
              <a:buClr>
                <a:schemeClr val="lt2"/>
              </a:buClr>
              <a:buSzPts val="7400"/>
              <a:buNone/>
              <a:defRPr>
                <a:solidFill>
                  <a:schemeClr val="lt2"/>
                </a:solidFill>
              </a:defRPr>
            </a:lvl4pPr>
            <a:lvl5pPr lvl="4" algn="ctr">
              <a:spcBef>
                <a:spcPts val="0"/>
              </a:spcBef>
              <a:spcAft>
                <a:spcPts val="0"/>
              </a:spcAft>
              <a:buClr>
                <a:schemeClr val="lt2"/>
              </a:buClr>
              <a:buSzPts val="7400"/>
              <a:buNone/>
              <a:defRPr>
                <a:solidFill>
                  <a:schemeClr val="lt2"/>
                </a:solidFill>
              </a:defRPr>
            </a:lvl5pPr>
            <a:lvl6pPr lvl="5" algn="ctr">
              <a:spcBef>
                <a:spcPts val="0"/>
              </a:spcBef>
              <a:spcAft>
                <a:spcPts val="0"/>
              </a:spcAft>
              <a:buClr>
                <a:schemeClr val="lt2"/>
              </a:buClr>
              <a:buSzPts val="7400"/>
              <a:buNone/>
              <a:defRPr>
                <a:solidFill>
                  <a:schemeClr val="lt2"/>
                </a:solidFill>
              </a:defRPr>
            </a:lvl6pPr>
            <a:lvl7pPr lvl="6" algn="ctr">
              <a:spcBef>
                <a:spcPts val="0"/>
              </a:spcBef>
              <a:spcAft>
                <a:spcPts val="0"/>
              </a:spcAft>
              <a:buClr>
                <a:schemeClr val="lt2"/>
              </a:buClr>
              <a:buSzPts val="7400"/>
              <a:buNone/>
              <a:defRPr>
                <a:solidFill>
                  <a:schemeClr val="lt2"/>
                </a:solidFill>
              </a:defRPr>
            </a:lvl7pPr>
            <a:lvl8pPr lvl="7" algn="ctr">
              <a:spcBef>
                <a:spcPts val="0"/>
              </a:spcBef>
              <a:spcAft>
                <a:spcPts val="0"/>
              </a:spcAft>
              <a:buClr>
                <a:schemeClr val="lt2"/>
              </a:buClr>
              <a:buSzPts val="7400"/>
              <a:buNone/>
              <a:defRPr>
                <a:solidFill>
                  <a:schemeClr val="lt2"/>
                </a:solidFill>
              </a:defRPr>
            </a:lvl8pPr>
            <a:lvl9pPr lvl="8" algn="ctr">
              <a:spcBef>
                <a:spcPts val="0"/>
              </a:spcBef>
              <a:spcAft>
                <a:spcPts val="0"/>
              </a:spcAft>
              <a:buClr>
                <a:schemeClr val="lt2"/>
              </a:buClr>
              <a:buSzPts val="7400"/>
              <a:buNone/>
              <a:defRPr>
                <a:solidFill>
                  <a:schemeClr val="lt2"/>
                </a:solidFill>
              </a:defRPr>
            </a:lvl9pPr>
          </a:lstStyle>
          <a:p/>
        </p:txBody>
      </p:sp>
      <p:sp>
        <p:nvSpPr>
          <p:cNvPr id="45" name="Google Shape;45;g3da057fd879_0_1183"/>
          <p:cNvSpPr txBox="1"/>
          <p:nvPr>
            <p:ph idx="1" type="subTitle"/>
          </p:nvPr>
        </p:nvSpPr>
        <p:spPr>
          <a:xfrm>
            <a:off x="477900" y="4724394"/>
            <a:ext cx="7281300" cy="2685600"/>
          </a:xfrm>
          <a:prstGeom prst="rect">
            <a:avLst/>
          </a:prstGeom>
        </p:spPr>
        <p:txBody>
          <a:bodyPr anchorCtr="0" anchor="t" bIns="161700" lIns="161700" spcFirstLastPara="1" rIns="161700" wrap="square" tIns="161700">
            <a:normAutofit/>
          </a:bodyPr>
          <a:lstStyle>
            <a:lvl1pPr lvl="0" algn="ctr">
              <a:lnSpc>
                <a:spcPct val="100000"/>
              </a:lnSpc>
              <a:spcBef>
                <a:spcPts val="0"/>
              </a:spcBef>
              <a:spcAft>
                <a:spcPts val="0"/>
              </a:spcAft>
              <a:buSzPts val="4200"/>
              <a:buFont typeface="Economica"/>
              <a:buNone/>
              <a:defRPr sz="4200">
                <a:latin typeface="Economica"/>
                <a:ea typeface="Economica"/>
                <a:cs typeface="Economica"/>
                <a:sym typeface="Economica"/>
              </a:defRPr>
            </a:lvl1pPr>
            <a:lvl2pPr lvl="1" algn="ctr">
              <a:lnSpc>
                <a:spcPct val="100000"/>
              </a:lnSpc>
              <a:spcBef>
                <a:spcPts val="0"/>
              </a:spcBef>
              <a:spcAft>
                <a:spcPts val="0"/>
              </a:spcAft>
              <a:buSzPts val="4200"/>
              <a:buFont typeface="Economica"/>
              <a:buNone/>
              <a:defRPr sz="4200">
                <a:latin typeface="Economica"/>
                <a:ea typeface="Economica"/>
                <a:cs typeface="Economica"/>
                <a:sym typeface="Economica"/>
              </a:defRPr>
            </a:lvl2pPr>
            <a:lvl3pPr lvl="2" algn="ctr">
              <a:lnSpc>
                <a:spcPct val="100000"/>
              </a:lnSpc>
              <a:spcBef>
                <a:spcPts val="0"/>
              </a:spcBef>
              <a:spcAft>
                <a:spcPts val="0"/>
              </a:spcAft>
              <a:buSzPts val="4200"/>
              <a:buFont typeface="Economica"/>
              <a:buNone/>
              <a:defRPr sz="4200">
                <a:latin typeface="Economica"/>
                <a:ea typeface="Economica"/>
                <a:cs typeface="Economica"/>
                <a:sym typeface="Economica"/>
              </a:defRPr>
            </a:lvl3pPr>
            <a:lvl4pPr lvl="3" algn="ctr">
              <a:lnSpc>
                <a:spcPct val="100000"/>
              </a:lnSpc>
              <a:spcBef>
                <a:spcPts val="0"/>
              </a:spcBef>
              <a:spcAft>
                <a:spcPts val="0"/>
              </a:spcAft>
              <a:buSzPts val="4200"/>
              <a:buFont typeface="Economica"/>
              <a:buNone/>
              <a:defRPr sz="4200">
                <a:latin typeface="Economica"/>
                <a:ea typeface="Economica"/>
                <a:cs typeface="Economica"/>
                <a:sym typeface="Economica"/>
              </a:defRPr>
            </a:lvl4pPr>
            <a:lvl5pPr lvl="4" algn="ctr">
              <a:lnSpc>
                <a:spcPct val="100000"/>
              </a:lnSpc>
              <a:spcBef>
                <a:spcPts val="0"/>
              </a:spcBef>
              <a:spcAft>
                <a:spcPts val="0"/>
              </a:spcAft>
              <a:buSzPts val="4200"/>
              <a:buFont typeface="Economica"/>
              <a:buNone/>
              <a:defRPr sz="4200">
                <a:latin typeface="Economica"/>
                <a:ea typeface="Economica"/>
                <a:cs typeface="Economica"/>
                <a:sym typeface="Economica"/>
              </a:defRPr>
            </a:lvl5pPr>
            <a:lvl6pPr lvl="5" algn="ctr">
              <a:lnSpc>
                <a:spcPct val="100000"/>
              </a:lnSpc>
              <a:spcBef>
                <a:spcPts val="0"/>
              </a:spcBef>
              <a:spcAft>
                <a:spcPts val="0"/>
              </a:spcAft>
              <a:buSzPts val="4200"/>
              <a:buFont typeface="Economica"/>
              <a:buNone/>
              <a:defRPr sz="4200">
                <a:latin typeface="Economica"/>
                <a:ea typeface="Economica"/>
                <a:cs typeface="Economica"/>
                <a:sym typeface="Economica"/>
              </a:defRPr>
            </a:lvl6pPr>
            <a:lvl7pPr lvl="6" algn="ctr">
              <a:lnSpc>
                <a:spcPct val="100000"/>
              </a:lnSpc>
              <a:spcBef>
                <a:spcPts val="0"/>
              </a:spcBef>
              <a:spcAft>
                <a:spcPts val="0"/>
              </a:spcAft>
              <a:buSzPts val="4200"/>
              <a:buFont typeface="Economica"/>
              <a:buNone/>
              <a:defRPr sz="4200">
                <a:latin typeface="Economica"/>
                <a:ea typeface="Economica"/>
                <a:cs typeface="Economica"/>
                <a:sym typeface="Economica"/>
              </a:defRPr>
            </a:lvl7pPr>
            <a:lvl8pPr lvl="7" algn="ctr">
              <a:lnSpc>
                <a:spcPct val="100000"/>
              </a:lnSpc>
              <a:spcBef>
                <a:spcPts val="0"/>
              </a:spcBef>
              <a:spcAft>
                <a:spcPts val="0"/>
              </a:spcAft>
              <a:buSzPts val="4200"/>
              <a:buFont typeface="Economica"/>
              <a:buNone/>
              <a:defRPr sz="4200">
                <a:latin typeface="Economica"/>
                <a:ea typeface="Economica"/>
                <a:cs typeface="Economica"/>
                <a:sym typeface="Economica"/>
              </a:defRPr>
            </a:lvl8pPr>
            <a:lvl9pPr lvl="8" algn="ctr">
              <a:lnSpc>
                <a:spcPct val="100000"/>
              </a:lnSpc>
              <a:spcBef>
                <a:spcPts val="0"/>
              </a:spcBef>
              <a:spcAft>
                <a:spcPts val="0"/>
              </a:spcAft>
              <a:buSzPts val="4200"/>
              <a:buFont typeface="Economica"/>
              <a:buNone/>
              <a:defRPr sz="4200">
                <a:latin typeface="Economica"/>
                <a:ea typeface="Economica"/>
                <a:cs typeface="Economica"/>
                <a:sym typeface="Economica"/>
              </a:defRPr>
            </a:lvl9pPr>
          </a:lstStyle>
          <a:p/>
        </p:txBody>
      </p:sp>
      <p:sp>
        <p:nvSpPr>
          <p:cNvPr id="46" name="Google Shape;46;g3da057fd879_0_1183"/>
          <p:cNvSpPr txBox="1"/>
          <p:nvPr>
            <p:ph idx="2" type="body"/>
          </p:nvPr>
        </p:nvSpPr>
        <p:spPr>
          <a:xfrm>
            <a:off x="8891100" y="1235610"/>
            <a:ext cx="6906600" cy="6304500"/>
          </a:xfrm>
          <a:prstGeom prst="rect">
            <a:avLst/>
          </a:prstGeom>
        </p:spPr>
        <p:txBody>
          <a:bodyPr anchorCtr="0" anchor="ctr" bIns="161700" lIns="161700" spcFirstLastPara="1" rIns="161700" wrap="square" tIns="161700">
            <a:normAutofit/>
          </a:bodyPr>
          <a:lstStyle>
            <a:lvl1pPr indent="-431800" lvl="0" marL="457200">
              <a:spcBef>
                <a:spcPts val="0"/>
              </a:spcBef>
              <a:spcAft>
                <a:spcPts val="0"/>
              </a:spcAft>
              <a:buClr>
                <a:schemeClr val="lt1"/>
              </a:buClr>
              <a:buSzPts val="3200"/>
              <a:buChar char="●"/>
              <a:defRPr>
                <a:solidFill>
                  <a:schemeClr val="lt1"/>
                </a:solidFill>
              </a:defRPr>
            </a:lvl1pPr>
            <a:lvl2pPr indent="-387350" lvl="1" marL="914400">
              <a:spcBef>
                <a:spcPts val="0"/>
              </a:spcBef>
              <a:spcAft>
                <a:spcPts val="0"/>
              </a:spcAft>
              <a:buClr>
                <a:schemeClr val="lt1"/>
              </a:buClr>
              <a:buSzPts val="2500"/>
              <a:buChar char="○"/>
              <a:defRPr>
                <a:solidFill>
                  <a:schemeClr val="lt1"/>
                </a:solidFill>
              </a:defRPr>
            </a:lvl2pPr>
            <a:lvl3pPr indent="-387350" lvl="2" marL="1371600">
              <a:spcBef>
                <a:spcPts val="0"/>
              </a:spcBef>
              <a:spcAft>
                <a:spcPts val="0"/>
              </a:spcAft>
              <a:buClr>
                <a:schemeClr val="lt1"/>
              </a:buClr>
              <a:buSzPts val="2500"/>
              <a:buChar char="■"/>
              <a:defRPr>
                <a:solidFill>
                  <a:schemeClr val="lt1"/>
                </a:solidFill>
              </a:defRPr>
            </a:lvl3pPr>
            <a:lvl4pPr indent="-387350" lvl="3" marL="1828800">
              <a:spcBef>
                <a:spcPts val="0"/>
              </a:spcBef>
              <a:spcAft>
                <a:spcPts val="0"/>
              </a:spcAft>
              <a:buClr>
                <a:schemeClr val="lt1"/>
              </a:buClr>
              <a:buSzPts val="2500"/>
              <a:buChar char="●"/>
              <a:defRPr>
                <a:solidFill>
                  <a:schemeClr val="lt1"/>
                </a:solidFill>
              </a:defRPr>
            </a:lvl4pPr>
            <a:lvl5pPr indent="-387350" lvl="4" marL="2286000">
              <a:spcBef>
                <a:spcPts val="0"/>
              </a:spcBef>
              <a:spcAft>
                <a:spcPts val="0"/>
              </a:spcAft>
              <a:buClr>
                <a:schemeClr val="lt1"/>
              </a:buClr>
              <a:buSzPts val="2500"/>
              <a:buChar char="○"/>
              <a:defRPr>
                <a:solidFill>
                  <a:schemeClr val="lt1"/>
                </a:solidFill>
              </a:defRPr>
            </a:lvl5pPr>
            <a:lvl6pPr indent="-387350" lvl="5" marL="2743200">
              <a:spcBef>
                <a:spcPts val="0"/>
              </a:spcBef>
              <a:spcAft>
                <a:spcPts val="0"/>
              </a:spcAft>
              <a:buClr>
                <a:schemeClr val="lt1"/>
              </a:buClr>
              <a:buSzPts val="2500"/>
              <a:buChar char="■"/>
              <a:defRPr>
                <a:solidFill>
                  <a:schemeClr val="lt1"/>
                </a:solidFill>
              </a:defRPr>
            </a:lvl6pPr>
            <a:lvl7pPr indent="-387350" lvl="6" marL="3200400">
              <a:spcBef>
                <a:spcPts val="0"/>
              </a:spcBef>
              <a:spcAft>
                <a:spcPts val="0"/>
              </a:spcAft>
              <a:buClr>
                <a:schemeClr val="lt1"/>
              </a:buClr>
              <a:buSzPts val="2500"/>
              <a:buChar char="●"/>
              <a:defRPr>
                <a:solidFill>
                  <a:schemeClr val="lt1"/>
                </a:solidFill>
              </a:defRPr>
            </a:lvl7pPr>
            <a:lvl8pPr indent="-387350" lvl="7" marL="3657600">
              <a:spcBef>
                <a:spcPts val="0"/>
              </a:spcBef>
              <a:spcAft>
                <a:spcPts val="0"/>
              </a:spcAft>
              <a:buClr>
                <a:schemeClr val="lt1"/>
              </a:buClr>
              <a:buSzPts val="2500"/>
              <a:buChar char="○"/>
              <a:defRPr>
                <a:solidFill>
                  <a:schemeClr val="lt1"/>
                </a:solidFill>
              </a:defRPr>
            </a:lvl8pPr>
            <a:lvl9pPr indent="-387350" lvl="8" marL="4114800">
              <a:spcBef>
                <a:spcPts val="0"/>
              </a:spcBef>
              <a:spcAft>
                <a:spcPts val="0"/>
              </a:spcAft>
              <a:buClr>
                <a:schemeClr val="lt1"/>
              </a:buClr>
              <a:buSzPts val="2500"/>
              <a:buChar char="■"/>
              <a:defRPr>
                <a:solidFill>
                  <a:schemeClr val="lt1"/>
                </a:solidFill>
              </a:defRPr>
            </a:lvl9pPr>
          </a:lstStyle>
          <a:p/>
        </p:txBody>
      </p:sp>
      <p:sp>
        <p:nvSpPr>
          <p:cNvPr id="47" name="Google Shape;47;g3da057fd879_0_1183"/>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g3da057fd879_0_1190"/>
          <p:cNvSpPr txBox="1"/>
          <p:nvPr>
            <p:ph idx="1" type="body"/>
          </p:nvPr>
        </p:nvSpPr>
        <p:spPr>
          <a:xfrm>
            <a:off x="575100" y="7198215"/>
            <a:ext cx="10797900" cy="1021800"/>
          </a:xfrm>
          <a:prstGeom prst="rect">
            <a:avLst/>
          </a:prstGeom>
        </p:spPr>
        <p:txBody>
          <a:bodyPr anchorCtr="0" anchor="ctr" bIns="161700" lIns="161700" spcFirstLastPara="1" rIns="161700" wrap="square" tIns="161700">
            <a:normAutofit/>
          </a:bodyPr>
          <a:lstStyle>
            <a:lvl1pPr indent="-228600" lvl="0" marL="457200">
              <a:lnSpc>
                <a:spcPct val="100000"/>
              </a:lnSpc>
              <a:spcBef>
                <a:spcPts val="0"/>
              </a:spcBef>
              <a:spcAft>
                <a:spcPts val="0"/>
              </a:spcAft>
              <a:buSzPts val="4200"/>
              <a:buFont typeface="Economica"/>
              <a:buNone/>
              <a:defRPr sz="4200">
                <a:latin typeface="Economica"/>
                <a:ea typeface="Economica"/>
                <a:cs typeface="Economica"/>
                <a:sym typeface="Economica"/>
              </a:defRPr>
            </a:lvl1pPr>
          </a:lstStyle>
          <a:p/>
        </p:txBody>
      </p:sp>
      <p:sp>
        <p:nvSpPr>
          <p:cNvPr id="50" name="Google Shape;50;g3da057fd879_0_1190"/>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g3da057fd879_0_1193"/>
          <p:cNvSpPr/>
          <p:nvPr/>
        </p:nvSpPr>
        <p:spPr>
          <a:xfrm>
            <a:off x="0" y="8608836"/>
            <a:ext cx="16459200" cy="166800"/>
          </a:xfrm>
          <a:prstGeom prst="rect">
            <a:avLst/>
          </a:prstGeom>
          <a:solidFill>
            <a:schemeClr val="lt2"/>
          </a:solidFill>
          <a:ln>
            <a:noFill/>
          </a:ln>
        </p:spPr>
        <p:txBody>
          <a:bodyPr anchorCtr="0" anchor="ctr" bIns="161700" lIns="161700" spcFirstLastPara="1" rIns="161700" wrap="square" tIns="161700">
            <a:noAutofit/>
          </a:bodyPr>
          <a:lstStyle/>
          <a:p>
            <a:pPr indent="0" lvl="0" marL="0" rtl="0" algn="l">
              <a:spcBef>
                <a:spcPts val="0"/>
              </a:spcBef>
              <a:spcAft>
                <a:spcPts val="0"/>
              </a:spcAft>
              <a:buNone/>
            </a:pPr>
            <a:r>
              <a:t/>
            </a:r>
            <a:endParaRPr/>
          </a:p>
        </p:txBody>
      </p:sp>
      <p:sp>
        <p:nvSpPr>
          <p:cNvPr id="53" name="Google Shape;53;g3da057fd879_0_1193"/>
          <p:cNvSpPr txBox="1"/>
          <p:nvPr>
            <p:ph hasCustomPrompt="1" type="title"/>
          </p:nvPr>
        </p:nvSpPr>
        <p:spPr>
          <a:xfrm>
            <a:off x="561060" y="1633021"/>
            <a:ext cx="15337200" cy="3632100"/>
          </a:xfrm>
          <a:prstGeom prst="rect">
            <a:avLst/>
          </a:prstGeom>
        </p:spPr>
        <p:txBody>
          <a:bodyPr anchorCtr="0" anchor="ctr" bIns="161700" lIns="161700" spcFirstLastPara="1" rIns="161700" wrap="square" tIns="161700">
            <a:normAutofit/>
          </a:bodyPr>
          <a:lstStyle>
            <a:lvl1pPr lvl="0" algn="ctr">
              <a:spcBef>
                <a:spcPts val="0"/>
              </a:spcBef>
              <a:spcAft>
                <a:spcPts val="0"/>
              </a:spcAft>
              <a:buClr>
                <a:schemeClr val="lt2"/>
              </a:buClr>
              <a:buSzPts val="28300"/>
              <a:buNone/>
              <a:defRPr sz="28300">
                <a:solidFill>
                  <a:schemeClr val="lt2"/>
                </a:solidFill>
              </a:defRPr>
            </a:lvl1pPr>
            <a:lvl2pPr lvl="1" algn="ctr">
              <a:spcBef>
                <a:spcPts val="0"/>
              </a:spcBef>
              <a:spcAft>
                <a:spcPts val="0"/>
              </a:spcAft>
              <a:buClr>
                <a:schemeClr val="lt2"/>
              </a:buClr>
              <a:buSzPts val="28300"/>
              <a:buNone/>
              <a:defRPr sz="28300">
                <a:solidFill>
                  <a:schemeClr val="lt2"/>
                </a:solidFill>
              </a:defRPr>
            </a:lvl2pPr>
            <a:lvl3pPr lvl="2" algn="ctr">
              <a:spcBef>
                <a:spcPts val="0"/>
              </a:spcBef>
              <a:spcAft>
                <a:spcPts val="0"/>
              </a:spcAft>
              <a:buClr>
                <a:schemeClr val="lt2"/>
              </a:buClr>
              <a:buSzPts val="28300"/>
              <a:buNone/>
              <a:defRPr sz="28300">
                <a:solidFill>
                  <a:schemeClr val="lt2"/>
                </a:solidFill>
              </a:defRPr>
            </a:lvl3pPr>
            <a:lvl4pPr lvl="3" algn="ctr">
              <a:spcBef>
                <a:spcPts val="0"/>
              </a:spcBef>
              <a:spcAft>
                <a:spcPts val="0"/>
              </a:spcAft>
              <a:buClr>
                <a:schemeClr val="lt2"/>
              </a:buClr>
              <a:buSzPts val="28300"/>
              <a:buNone/>
              <a:defRPr sz="28300">
                <a:solidFill>
                  <a:schemeClr val="lt2"/>
                </a:solidFill>
              </a:defRPr>
            </a:lvl4pPr>
            <a:lvl5pPr lvl="4" algn="ctr">
              <a:spcBef>
                <a:spcPts val="0"/>
              </a:spcBef>
              <a:spcAft>
                <a:spcPts val="0"/>
              </a:spcAft>
              <a:buClr>
                <a:schemeClr val="lt2"/>
              </a:buClr>
              <a:buSzPts val="28300"/>
              <a:buNone/>
              <a:defRPr sz="28300">
                <a:solidFill>
                  <a:schemeClr val="lt2"/>
                </a:solidFill>
              </a:defRPr>
            </a:lvl5pPr>
            <a:lvl6pPr lvl="5" algn="ctr">
              <a:spcBef>
                <a:spcPts val="0"/>
              </a:spcBef>
              <a:spcAft>
                <a:spcPts val="0"/>
              </a:spcAft>
              <a:buClr>
                <a:schemeClr val="lt2"/>
              </a:buClr>
              <a:buSzPts val="28300"/>
              <a:buNone/>
              <a:defRPr sz="28300">
                <a:solidFill>
                  <a:schemeClr val="lt2"/>
                </a:solidFill>
              </a:defRPr>
            </a:lvl6pPr>
            <a:lvl7pPr lvl="6" algn="ctr">
              <a:spcBef>
                <a:spcPts val="0"/>
              </a:spcBef>
              <a:spcAft>
                <a:spcPts val="0"/>
              </a:spcAft>
              <a:buClr>
                <a:schemeClr val="lt2"/>
              </a:buClr>
              <a:buSzPts val="28300"/>
              <a:buNone/>
              <a:defRPr sz="28300">
                <a:solidFill>
                  <a:schemeClr val="lt2"/>
                </a:solidFill>
              </a:defRPr>
            </a:lvl7pPr>
            <a:lvl8pPr lvl="7" algn="ctr">
              <a:spcBef>
                <a:spcPts val="0"/>
              </a:spcBef>
              <a:spcAft>
                <a:spcPts val="0"/>
              </a:spcAft>
              <a:buClr>
                <a:schemeClr val="lt2"/>
              </a:buClr>
              <a:buSzPts val="28300"/>
              <a:buNone/>
              <a:defRPr sz="28300">
                <a:solidFill>
                  <a:schemeClr val="lt2"/>
                </a:solidFill>
              </a:defRPr>
            </a:lvl8pPr>
            <a:lvl9pPr lvl="8" algn="ctr">
              <a:spcBef>
                <a:spcPts val="0"/>
              </a:spcBef>
              <a:spcAft>
                <a:spcPts val="0"/>
              </a:spcAft>
              <a:buClr>
                <a:schemeClr val="lt2"/>
              </a:buClr>
              <a:buSzPts val="28300"/>
              <a:buNone/>
              <a:defRPr sz="28300">
                <a:solidFill>
                  <a:schemeClr val="lt2"/>
                </a:solidFill>
              </a:defRPr>
            </a:lvl9pPr>
          </a:lstStyle>
          <a:p>
            <a:r>
              <a:t>xx%</a:t>
            </a:r>
          </a:p>
        </p:txBody>
      </p:sp>
      <p:sp>
        <p:nvSpPr>
          <p:cNvPr id="54" name="Google Shape;54;g3da057fd879_0_1193"/>
          <p:cNvSpPr txBox="1"/>
          <p:nvPr>
            <p:ph idx="1" type="body"/>
          </p:nvPr>
        </p:nvSpPr>
        <p:spPr>
          <a:xfrm>
            <a:off x="561060" y="5394919"/>
            <a:ext cx="15337200" cy="1828200"/>
          </a:xfrm>
          <a:prstGeom prst="rect">
            <a:avLst/>
          </a:prstGeom>
        </p:spPr>
        <p:txBody>
          <a:bodyPr anchorCtr="0" anchor="t" bIns="161700" lIns="161700" spcFirstLastPara="1" rIns="161700" wrap="square" tIns="161700">
            <a:normAutofit/>
          </a:bodyPr>
          <a:lstStyle>
            <a:lvl1pPr indent="-431800" lvl="0" marL="457200" algn="ctr">
              <a:spcBef>
                <a:spcPts val="0"/>
              </a:spcBef>
              <a:spcAft>
                <a:spcPts val="0"/>
              </a:spcAft>
              <a:buSzPts val="3200"/>
              <a:buChar char="●"/>
              <a:defRPr/>
            </a:lvl1pPr>
            <a:lvl2pPr indent="-387350" lvl="1" marL="914400" algn="ctr">
              <a:spcBef>
                <a:spcPts val="0"/>
              </a:spcBef>
              <a:spcAft>
                <a:spcPts val="0"/>
              </a:spcAft>
              <a:buSzPts val="2500"/>
              <a:buChar char="○"/>
              <a:defRPr/>
            </a:lvl2pPr>
            <a:lvl3pPr indent="-387350" lvl="2" marL="1371600" algn="ctr">
              <a:spcBef>
                <a:spcPts val="0"/>
              </a:spcBef>
              <a:spcAft>
                <a:spcPts val="0"/>
              </a:spcAft>
              <a:buSzPts val="2500"/>
              <a:buChar char="■"/>
              <a:defRPr/>
            </a:lvl3pPr>
            <a:lvl4pPr indent="-387350" lvl="3" marL="1828800" algn="ctr">
              <a:spcBef>
                <a:spcPts val="0"/>
              </a:spcBef>
              <a:spcAft>
                <a:spcPts val="0"/>
              </a:spcAft>
              <a:buSzPts val="2500"/>
              <a:buChar char="●"/>
              <a:defRPr/>
            </a:lvl4pPr>
            <a:lvl5pPr indent="-387350" lvl="4" marL="2286000" algn="ctr">
              <a:spcBef>
                <a:spcPts val="0"/>
              </a:spcBef>
              <a:spcAft>
                <a:spcPts val="0"/>
              </a:spcAft>
              <a:buSzPts val="2500"/>
              <a:buChar char="○"/>
              <a:defRPr/>
            </a:lvl5pPr>
            <a:lvl6pPr indent="-387350" lvl="5" marL="2743200" algn="ctr">
              <a:spcBef>
                <a:spcPts val="0"/>
              </a:spcBef>
              <a:spcAft>
                <a:spcPts val="0"/>
              </a:spcAft>
              <a:buSzPts val="2500"/>
              <a:buChar char="■"/>
              <a:defRPr/>
            </a:lvl6pPr>
            <a:lvl7pPr indent="-387350" lvl="6" marL="3200400" algn="ctr">
              <a:spcBef>
                <a:spcPts val="0"/>
              </a:spcBef>
              <a:spcAft>
                <a:spcPts val="0"/>
              </a:spcAft>
              <a:buSzPts val="2500"/>
              <a:buChar char="●"/>
              <a:defRPr/>
            </a:lvl7pPr>
            <a:lvl8pPr indent="-387350" lvl="7" marL="3657600" algn="ctr">
              <a:spcBef>
                <a:spcPts val="0"/>
              </a:spcBef>
              <a:spcAft>
                <a:spcPts val="0"/>
              </a:spcAft>
              <a:buSzPts val="2500"/>
              <a:buChar char="○"/>
              <a:defRPr/>
            </a:lvl8pPr>
            <a:lvl9pPr indent="-387350" lvl="8" marL="4114800" algn="ctr">
              <a:spcBef>
                <a:spcPts val="0"/>
              </a:spcBef>
              <a:spcAft>
                <a:spcPts val="0"/>
              </a:spcAft>
              <a:buSzPts val="2500"/>
              <a:buChar char="■"/>
              <a:defRPr/>
            </a:lvl9pPr>
          </a:lstStyle>
          <a:p/>
        </p:txBody>
      </p:sp>
      <p:sp>
        <p:nvSpPr>
          <p:cNvPr id="55" name="Google Shape;55;g3da057fd879_0_1193"/>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g3da057fd879_0_1198"/>
          <p:cNvSpPr txBox="1"/>
          <p:nvPr>
            <p:ph idx="12" type="sldNum"/>
          </p:nvPr>
        </p:nvSpPr>
        <p:spPr>
          <a:xfrm>
            <a:off x="15250424" y="7956254"/>
            <a:ext cx="987600" cy="671400"/>
          </a:xfrm>
          <a:prstGeom prst="rect">
            <a:avLst/>
          </a:prstGeom>
        </p:spPr>
        <p:txBody>
          <a:bodyPr anchorCtr="0" anchor="ctr" bIns="161700" lIns="161700" spcFirstLastPara="1" rIns="161700" wrap="square" tIns="1617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g3da057fd879_0_1147"/>
          <p:cNvSpPr txBox="1"/>
          <p:nvPr>
            <p:ph type="title"/>
          </p:nvPr>
        </p:nvSpPr>
        <p:spPr>
          <a:xfrm>
            <a:off x="561060" y="539023"/>
            <a:ext cx="15337200" cy="1418400"/>
          </a:xfrm>
          <a:prstGeom prst="rect">
            <a:avLst/>
          </a:prstGeom>
          <a:noFill/>
          <a:ln>
            <a:noFill/>
          </a:ln>
        </p:spPr>
        <p:txBody>
          <a:bodyPr anchorCtr="0" anchor="b" bIns="161700" lIns="161700" spcFirstLastPara="1" rIns="161700" wrap="square" tIns="161700">
            <a:normAutofit/>
          </a:bodyPr>
          <a:lstStyle>
            <a:lvl1pPr lvl="0">
              <a:spcBef>
                <a:spcPts val="0"/>
              </a:spcBef>
              <a:spcAft>
                <a:spcPts val="0"/>
              </a:spcAft>
              <a:buClr>
                <a:schemeClr val="dk1"/>
              </a:buClr>
              <a:buSzPts val="7400"/>
              <a:buFont typeface="Economica"/>
              <a:buNone/>
              <a:defRPr sz="7400">
                <a:solidFill>
                  <a:schemeClr val="dk1"/>
                </a:solidFill>
                <a:latin typeface="Economica"/>
                <a:ea typeface="Economica"/>
                <a:cs typeface="Economica"/>
                <a:sym typeface="Economica"/>
              </a:defRPr>
            </a:lvl1pPr>
            <a:lvl2pPr lvl="1">
              <a:spcBef>
                <a:spcPts val="0"/>
              </a:spcBef>
              <a:spcAft>
                <a:spcPts val="0"/>
              </a:spcAft>
              <a:buClr>
                <a:schemeClr val="dk1"/>
              </a:buClr>
              <a:buSzPts val="7400"/>
              <a:buFont typeface="Economica"/>
              <a:buNone/>
              <a:defRPr sz="7400">
                <a:solidFill>
                  <a:schemeClr val="dk1"/>
                </a:solidFill>
                <a:latin typeface="Economica"/>
                <a:ea typeface="Economica"/>
                <a:cs typeface="Economica"/>
                <a:sym typeface="Economica"/>
              </a:defRPr>
            </a:lvl2pPr>
            <a:lvl3pPr lvl="2">
              <a:spcBef>
                <a:spcPts val="0"/>
              </a:spcBef>
              <a:spcAft>
                <a:spcPts val="0"/>
              </a:spcAft>
              <a:buClr>
                <a:schemeClr val="dk1"/>
              </a:buClr>
              <a:buSzPts val="7400"/>
              <a:buFont typeface="Economica"/>
              <a:buNone/>
              <a:defRPr sz="7400">
                <a:solidFill>
                  <a:schemeClr val="dk1"/>
                </a:solidFill>
                <a:latin typeface="Economica"/>
                <a:ea typeface="Economica"/>
                <a:cs typeface="Economica"/>
                <a:sym typeface="Economica"/>
              </a:defRPr>
            </a:lvl3pPr>
            <a:lvl4pPr lvl="3">
              <a:spcBef>
                <a:spcPts val="0"/>
              </a:spcBef>
              <a:spcAft>
                <a:spcPts val="0"/>
              </a:spcAft>
              <a:buClr>
                <a:schemeClr val="dk1"/>
              </a:buClr>
              <a:buSzPts val="7400"/>
              <a:buFont typeface="Economica"/>
              <a:buNone/>
              <a:defRPr sz="7400">
                <a:solidFill>
                  <a:schemeClr val="dk1"/>
                </a:solidFill>
                <a:latin typeface="Economica"/>
                <a:ea typeface="Economica"/>
                <a:cs typeface="Economica"/>
                <a:sym typeface="Economica"/>
              </a:defRPr>
            </a:lvl4pPr>
            <a:lvl5pPr lvl="4">
              <a:spcBef>
                <a:spcPts val="0"/>
              </a:spcBef>
              <a:spcAft>
                <a:spcPts val="0"/>
              </a:spcAft>
              <a:buClr>
                <a:schemeClr val="dk1"/>
              </a:buClr>
              <a:buSzPts val="7400"/>
              <a:buFont typeface="Economica"/>
              <a:buNone/>
              <a:defRPr sz="7400">
                <a:solidFill>
                  <a:schemeClr val="dk1"/>
                </a:solidFill>
                <a:latin typeface="Economica"/>
                <a:ea typeface="Economica"/>
                <a:cs typeface="Economica"/>
                <a:sym typeface="Economica"/>
              </a:defRPr>
            </a:lvl5pPr>
            <a:lvl6pPr lvl="5">
              <a:spcBef>
                <a:spcPts val="0"/>
              </a:spcBef>
              <a:spcAft>
                <a:spcPts val="0"/>
              </a:spcAft>
              <a:buClr>
                <a:schemeClr val="dk1"/>
              </a:buClr>
              <a:buSzPts val="7400"/>
              <a:buFont typeface="Economica"/>
              <a:buNone/>
              <a:defRPr sz="7400">
                <a:solidFill>
                  <a:schemeClr val="dk1"/>
                </a:solidFill>
                <a:latin typeface="Economica"/>
                <a:ea typeface="Economica"/>
                <a:cs typeface="Economica"/>
                <a:sym typeface="Economica"/>
              </a:defRPr>
            </a:lvl6pPr>
            <a:lvl7pPr lvl="6">
              <a:spcBef>
                <a:spcPts val="0"/>
              </a:spcBef>
              <a:spcAft>
                <a:spcPts val="0"/>
              </a:spcAft>
              <a:buClr>
                <a:schemeClr val="dk1"/>
              </a:buClr>
              <a:buSzPts val="7400"/>
              <a:buFont typeface="Economica"/>
              <a:buNone/>
              <a:defRPr sz="7400">
                <a:solidFill>
                  <a:schemeClr val="dk1"/>
                </a:solidFill>
                <a:latin typeface="Economica"/>
                <a:ea typeface="Economica"/>
                <a:cs typeface="Economica"/>
                <a:sym typeface="Economica"/>
              </a:defRPr>
            </a:lvl7pPr>
            <a:lvl8pPr lvl="7">
              <a:spcBef>
                <a:spcPts val="0"/>
              </a:spcBef>
              <a:spcAft>
                <a:spcPts val="0"/>
              </a:spcAft>
              <a:buClr>
                <a:schemeClr val="dk1"/>
              </a:buClr>
              <a:buSzPts val="7400"/>
              <a:buFont typeface="Economica"/>
              <a:buNone/>
              <a:defRPr sz="7400">
                <a:solidFill>
                  <a:schemeClr val="dk1"/>
                </a:solidFill>
                <a:latin typeface="Economica"/>
                <a:ea typeface="Economica"/>
                <a:cs typeface="Economica"/>
                <a:sym typeface="Economica"/>
              </a:defRPr>
            </a:lvl8pPr>
            <a:lvl9pPr lvl="8">
              <a:spcBef>
                <a:spcPts val="0"/>
              </a:spcBef>
              <a:spcAft>
                <a:spcPts val="0"/>
              </a:spcAft>
              <a:buClr>
                <a:schemeClr val="dk1"/>
              </a:buClr>
              <a:buSzPts val="7400"/>
              <a:buFont typeface="Economica"/>
              <a:buNone/>
              <a:defRPr sz="7400">
                <a:solidFill>
                  <a:schemeClr val="dk1"/>
                </a:solidFill>
                <a:latin typeface="Economica"/>
                <a:ea typeface="Economica"/>
                <a:cs typeface="Economica"/>
                <a:sym typeface="Economica"/>
              </a:defRPr>
            </a:lvl9pPr>
          </a:lstStyle>
          <a:p/>
        </p:txBody>
      </p:sp>
      <p:sp>
        <p:nvSpPr>
          <p:cNvPr id="7" name="Google Shape;7;g3da057fd879_0_1147"/>
          <p:cNvSpPr txBox="1"/>
          <p:nvPr>
            <p:ph idx="1" type="body"/>
          </p:nvPr>
        </p:nvSpPr>
        <p:spPr>
          <a:xfrm>
            <a:off x="561060" y="2090446"/>
            <a:ext cx="15337200" cy="5722500"/>
          </a:xfrm>
          <a:prstGeom prst="rect">
            <a:avLst/>
          </a:prstGeom>
          <a:noFill/>
          <a:ln>
            <a:noFill/>
          </a:ln>
        </p:spPr>
        <p:txBody>
          <a:bodyPr anchorCtr="0" anchor="t" bIns="161700" lIns="161700" spcFirstLastPara="1" rIns="161700" wrap="square" tIns="161700">
            <a:normAutofit/>
          </a:bodyPr>
          <a:lstStyle>
            <a:lvl1pPr indent="-431800" lvl="0" marL="457200">
              <a:lnSpc>
                <a:spcPct val="115000"/>
              </a:lnSpc>
              <a:spcBef>
                <a:spcPts val="0"/>
              </a:spcBef>
              <a:spcAft>
                <a:spcPts val="0"/>
              </a:spcAft>
              <a:buClr>
                <a:schemeClr val="dk1"/>
              </a:buClr>
              <a:buSzPts val="3200"/>
              <a:buFont typeface="Open Sans"/>
              <a:buChar char="●"/>
              <a:defRPr sz="3200">
                <a:solidFill>
                  <a:schemeClr val="dk1"/>
                </a:solidFill>
                <a:latin typeface="Open Sans"/>
                <a:ea typeface="Open Sans"/>
                <a:cs typeface="Open Sans"/>
                <a:sym typeface="Open Sans"/>
              </a:defRPr>
            </a:lvl1pPr>
            <a:lvl2pPr indent="-387350" lvl="1" marL="914400">
              <a:lnSpc>
                <a:spcPct val="115000"/>
              </a:lnSpc>
              <a:spcBef>
                <a:spcPts val="0"/>
              </a:spcBef>
              <a:spcAft>
                <a:spcPts val="0"/>
              </a:spcAft>
              <a:buClr>
                <a:schemeClr val="dk1"/>
              </a:buClr>
              <a:buSzPts val="2500"/>
              <a:buFont typeface="Open Sans"/>
              <a:buChar char="○"/>
              <a:defRPr sz="2500">
                <a:solidFill>
                  <a:schemeClr val="dk1"/>
                </a:solidFill>
                <a:latin typeface="Open Sans"/>
                <a:ea typeface="Open Sans"/>
                <a:cs typeface="Open Sans"/>
                <a:sym typeface="Open Sans"/>
              </a:defRPr>
            </a:lvl2pPr>
            <a:lvl3pPr indent="-387350" lvl="2" marL="1371600">
              <a:lnSpc>
                <a:spcPct val="115000"/>
              </a:lnSpc>
              <a:spcBef>
                <a:spcPts val="0"/>
              </a:spcBef>
              <a:spcAft>
                <a:spcPts val="0"/>
              </a:spcAft>
              <a:buClr>
                <a:schemeClr val="dk1"/>
              </a:buClr>
              <a:buSzPts val="2500"/>
              <a:buFont typeface="Open Sans"/>
              <a:buChar char="■"/>
              <a:defRPr sz="2500">
                <a:solidFill>
                  <a:schemeClr val="dk1"/>
                </a:solidFill>
                <a:latin typeface="Open Sans"/>
                <a:ea typeface="Open Sans"/>
                <a:cs typeface="Open Sans"/>
                <a:sym typeface="Open Sans"/>
              </a:defRPr>
            </a:lvl3pPr>
            <a:lvl4pPr indent="-387350" lvl="3" marL="1828800">
              <a:lnSpc>
                <a:spcPct val="115000"/>
              </a:lnSpc>
              <a:spcBef>
                <a:spcPts val="0"/>
              </a:spcBef>
              <a:spcAft>
                <a:spcPts val="0"/>
              </a:spcAft>
              <a:buClr>
                <a:schemeClr val="dk1"/>
              </a:buClr>
              <a:buSzPts val="2500"/>
              <a:buFont typeface="Open Sans"/>
              <a:buChar char="●"/>
              <a:defRPr sz="2500">
                <a:solidFill>
                  <a:schemeClr val="dk1"/>
                </a:solidFill>
                <a:latin typeface="Open Sans"/>
                <a:ea typeface="Open Sans"/>
                <a:cs typeface="Open Sans"/>
                <a:sym typeface="Open Sans"/>
              </a:defRPr>
            </a:lvl4pPr>
            <a:lvl5pPr indent="-387350" lvl="4" marL="2286000">
              <a:lnSpc>
                <a:spcPct val="115000"/>
              </a:lnSpc>
              <a:spcBef>
                <a:spcPts val="0"/>
              </a:spcBef>
              <a:spcAft>
                <a:spcPts val="0"/>
              </a:spcAft>
              <a:buClr>
                <a:schemeClr val="dk1"/>
              </a:buClr>
              <a:buSzPts val="2500"/>
              <a:buFont typeface="Open Sans"/>
              <a:buChar char="○"/>
              <a:defRPr sz="2500">
                <a:solidFill>
                  <a:schemeClr val="dk1"/>
                </a:solidFill>
                <a:latin typeface="Open Sans"/>
                <a:ea typeface="Open Sans"/>
                <a:cs typeface="Open Sans"/>
                <a:sym typeface="Open Sans"/>
              </a:defRPr>
            </a:lvl5pPr>
            <a:lvl6pPr indent="-387350" lvl="5" marL="2743200">
              <a:lnSpc>
                <a:spcPct val="115000"/>
              </a:lnSpc>
              <a:spcBef>
                <a:spcPts val="0"/>
              </a:spcBef>
              <a:spcAft>
                <a:spcPts val="0"/>
              </a:spcAft>
              <a:buClr>
                <a:schemeClr val="dk1"/>
              </a:buClr>
              <a:buSzPts val="2500"/>
              <a:buFont typeface="Open Sans"/>
              <a:buChar char="■"/>
              <a:defRPr sz="2500">
                <a:solidFill>
                  <a:schemeClr val="dk1"/>
                </a:solidFill>
                <a:latin typeface="Open Sans"/>
                <a:ea typeface="Open Sans"/>
                <a:cs typeface="Open Sans"/>
                <a:sym typeface="Open Sans"/>
              </a:defRPr>
            </a:lvl6pPr>
            <a:lvl7pPr indent="-387350" lvl="6" marL="3200400">
              <a:lnSpc>
                <a:spcPct val="115000"/>
              </a:lnSpc>
              <a:spcBef>
                <a:spcPts val="0"/>
              </a:spcBef>
              <a:spcAft>
                <a:spcPts val="0"/>
              </a:spcAft>
              <a:buClr>
                <a:schemeClr val="dk1"/>
              </a:buClr>
              <a:buSzPts val="2500"/>
              <a:buFont typeface="Open Sans"/>
              <a:buChar char="●"/>
              <a:defRPr sz="2500">
                <a:solidFill>
                  <a:schemeClr val="dk1"/>
                </a:solidFill>
                <a:latin typeface="Open Sans"/>
                <a:ea typeface="Open Sans"/>
                <a:cs typeface="Open Sans"/>
                <a:sym typeface="Open Sans"/>
              </a:defRPr>
            </a:lvl7pPr>
            <a:lvl8pPr indent="-387350" lvl="7" marL="3657600">
              <a:lnSpc>
                <a:spcPct val="115000"/>
              </a:lnSpc>
              <a:spcBef>
                <a:spcPts val="0"/>
              </a:spcBef>
              <a:spcAft>
                <a:spcPts val="0"/>
              </a:spcAft>
              <a:buClr>
                <a:schemeClr val="dk1"/>
              </a:buClr>
              <a:buSzPts val="2500"/>
              <a:buFont typeface="Open Sans"/>
              <a:buChar char="○"/>
              <a:defRPr sz="2500">
                <a:solidFill>
                  <a:schemeClr val="dk1"/>
                </a:solidFill>
                <a:latin typeface="Open Sans"/>
                <a:ea typeface="Open Sans"/>
                <a:cs typeface="Open Sans"/>
                <a:sym typeface="Open Sans"/>
              </a:defRPr>
            </a:lvl8pPr>
            <a:lvl9pPr indent="-387350" lvl="8" marL="4114800">
              <a:lnSpc>
                <a:spcPct val="115000"/>
              </a:lnSpc>
              <a:spcBef>
                <a:spcPts val="0"/>
              </a:spcBef>
              <a:spcAft>
                <a:spcPts val="0"/>
              </a:spcAft>
              <a:buClr>
                <a:schemeClr val="dk1"/>
              </a:buClr>
              <a:buSzPts val="2500"/>
              <a:buFont typeface="Open Sans"/>
              <a:buChar char="■"/>
              <a:defRPr sz="2500">
                <a:solidFill>
                  <a:schemeClr val="dk1"/>
                </a:solidFill>
                <a:latin typeface="Open Sans"/>
                <a:ea typeface="Open Sans"/>
                <a:cs typeface="Open Sans"/>
                <a:sym typeface="Open Sans"/>
              </a:defRPr>
            </a:lvl9pPr>
          </a:lstStyle>
          <a:p/>
        </p:txBody>
      </p:sp>
      <p:sp>
        <p:nvSpPr>
          <p:cNvPr id="8" name="Google Shape;8;g3da057fd879_0_1147"/>
          <p:cNvSpPr txBox="1"/>
          <p:nvPr>
            <p:ph idx="12" type="sldNum"/>
          </p:nvPr>
        </p:nvSpPr>
        <p:spPr>
          <a:xfrm>
            <a:off x="15250424" y="7956254"/>
            <a:ext cx="987600" cy="671400"/>
          </a:xfrm>
          <a:prstGeom prst="rect">
            <a:avLst/>
          </a:prstGeom>
          <a:noFill/>
          <a:ln>
            <a:noFill/>
          </a:ln>
        </p:spPr>
        <p:txBody>
          <a:bodyPr anchorCtr="0" anchor="ctr" bIns="161700" lIns="161700" spcFirstLastPara="1" rIns="161700" wrap="square" tIns="161700">
            <a:normAutofit/>
          </a:bodyPr>
          <a:lstStyle>
            <a:lvl1pPr lvl="0" algn="r">
              <a:buNone/>
              <a:defRPr sz="1800">
                <a:solidFill>
                  <a:schemeClr val="dk1"/>
                </a:solidFill>
                <a:latin typeface="Economica"/>
                <a:ea typeface="Economica"/>
                <a:cs typeface="Economica"/>
                <a:sym typeface="Economica"/>
              </a:defRPr>
            </a:lvl1pPr>
            <a:lvl2pPr lvl="1" algn="r">
              <a:buNone/>
              <a:defRPr sz="1800">
                <a:solidFill>
                  <a:schemeClr val="dk1"/>
                </a:solidFill>
                <a:latin typeface="Economica"/>
                <a:ea typeface="Economica"/>
                <a:cs typeface="Economica"/>
                <a:sym typeface="Economica"/>
              </a:defRPr>
            </a:lvl2pPr>
            <a:lvl3pPr lvl="2" algn="r">
              <a:buNone/>
              <a:defRPr sz="1800">
                <a:solidFill>
                  <a:schemeClr val="dk1"/>
                </a:solidFill>
                <a:latin typeface="Economica"/>
                <a:ea typeface="Economica"/>
                <a:cs typeface="Economica"/>
                <a:sym typeface="Economica"/>
              </a:defRPr>
            </a:lvl3pPr>
            <a:lvl4pPr lvl="3" algn="r">
              <a:buNone/>
              <a:defRPr sz="1800">
                <a:solidFill>
                  <a:schemeClr val="dk1"/>
                </a:solidFill>
                <a:latin typeface="Economica"/>
                <a:ea typeface="Economica"/>
                <a:cs typeface="Economica"/>
                <a:sym typeface="Economica"/>
              </a:defRPr>
            </a:lvl4pPr>
            <a:lvl5pPr lvl="4" algn="r">
              <a:buNone/>
              <a:defRPr sz="1800">
                <a:solidFill>
                  <a:schemeClr val="dk1"/>
                </a:solidFill>
                <a:latin typeface="Economica"/>
                <a:ea typeface="Economica"/>
                <a:cs typeface="Economica"/>
                <a:sym typeface="Economica"/>
              </a:defRPr>
            </a:lvl5pPr>
            <a:lvl6pPr lvl="5" algn="r">
              <a:buNone/>
              <a:defRPr sz="1800">
                <a:solidFill>
                  <a:schemeClr val="dk1"/>
                </a:solidFill>
                <a:latin typeface="Economica"/>
                <a:ea typeface="Economica"/>
                <a:cs typeface="Economica"/>
                <a:sym typeface="Economica"/>
              </a:defRPr>
            </a:lvl6pPr>
            <a:lvl7pPr lvl="6" algn="r">
              <a:buNone/>
              <a:defRPr sz="1800">
                <a:solidFill>
                  <a:schemeClr val="dk1"/>
                </a:solidFill>
                <a:latin typeface="Economica"/>
                <a:ea typeface="Economica"/>
                <a:cs typeface="Economica"/>
                <a:sym typeface="Economica"/>
              </a:defRPr>
            </a:lvl7pPr>
            <a:lvl8pPr lvl="7" algn="r">
              <a:buNone/>
              <a:defRPr sz="1800">
                <a:solidFill>
                  <a:schemeClr val="dk1"/>
                </a:solidFill>
                <a:latin typeface="Economica"/>
                <a:ea typeface="Economica"/>
                <a:cs typeface="Economica"/>
                <a:sym typeface="Economica"/>
              </a:defRPr>
            </a:lvl8pPr>
            <a:lvl9pPr lvl="8" algn="r">
              <a:buNone/>
              <a:defRPr sz="18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hyperlink" Target="https://drive.google.com/file/d/1p2TW5KT7fek08mxU-8GOyRElcx8pivDd/view?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
          <p:cNvSpPr txBox="1"/>
          <p:nvPr/>
        </p:nvSpPr>
        <p:spPr>
          <a:xfrm>
            <a:off x="2764169" y="494712"/>
            <a:ext cx="10635900" cy="215400"/>
          </a:xfrm>
          <a:prstGeom prst="rect">
            <a:avLst/>
          </a:prstGeom>
          <a:noFill/>
          <a:ln>
            <a:noFill/>
          </a:ln>
        </p:spPr>
        <p:txBody>
          <a:bodyPr anchorCtr="0" anchor="t" bIns="0" lIns="0" spcFirstLastPara="1" rIns="0" wrap="square" tIns="0">
            <a:spAutoFit/>
          </a:bodyPr>
          <a:lstStyle/>
          <a:p>
            <a:pPr indent="0" lvl="0" marL="0" marR="0" rtl="0" algn="l">
              <a:lnSpc>
                <a:spcPct val="137000"/>
              </a:lnSpc>
              <a:spcBef>
                <a:spcPts val="0"/>
              </a:spcBef>
              <a:spcAft>
                <a:spcPts val="0"/>
              </a:spcAft>
              <a:buNone/>
            </a:pPr>
            <a:r>
              <a:t/>
            </a:r>
            <a:endParaRPr/>
          </a:p>
        </p:txBody>
      </p:sp>
      <p:sp>
        <p:nvSpPr>
          <p:cNvPr id="63" name="Google Shape;63;p1"/>
          <p:cNvSpPr txBox="1"/>
          <p:nvPr/>
        </p:nvSpPr>
        <p:spPr>
          <a:xfrm>
            <a:off x="3408685" y="8453731"/>
            <a:ext cx="12245700" cy="215400"/>
          </a:xfrm>
          <a:prstGeom prst="rect">
            <a:avLst/>
          </a:prstGeom>
          <a:noFill/>
          <a:ln>
            <a:noFill/>
          </a:ln>
        </p:spPr>
        <p:txBody>
          <a:bodyPr anchorCtr="0" anchor="t" bIns="0" lIns="0" spcFirstLastPara="1" rIns="0" wrap="square" tIns="0">
            <a:spAutoFit/>
          </a:bodyPr>
          <a:lstStyle/>
          <a:p>
            <a:pPr indent="0" lvl="0" marL="0" marR="0" rtl="0" algn="l">
              <a:lnSpc>
                <a:spcPct val="140026"/>
              </a:lnSpc>
              <a:spcBef>
                <a:spcPts val="0"/>
              </a:spcBef>
              <a:spcAft>
                <a:spcPts val="0"/>
              </a:spcAft>
              <a:buNone/>
            </a:pPr>
            <a:r>
              <a:t/>
            </a:r>
            <a:endParaRPr/>
          </a:p>
        </p:txBody>
      </p:sp>
      <p:sp>
        <p:nvSpPr>
          <p:cNvPr id="64" name="Google Shape;64;p1"/>
          <p:cNvSpPr/>
          <p:nvPr/>
        </p:nvSpPr>
        <p:spPr>
          <a:xfrm>
            <a:off x="0" y="8307175"/>
            <a:ext cx="16459200" cy="50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5" name="Google Shape;65;p1"/>
          <p:cNvSpPr txBox="1"/>
          <p:nvPr/>
        </p:nvSpPr>
        <p:spPr>
          <a:xfrm>
            <a:off x="-251850" y="1037000"/>
            <a:ext cx="16962900" cy="118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6483">
                <a:solidFill>
                  <a:schemeClr val="dk1"/>
                </a:solidFill>
                <a:latin typeface="Times New Roman"/>
                <a:ea typeface="Times New Roman"/>
                <a:cs typeface="Times New Roman"/>
                <a:sym typeface="Times New Roman"/>
              </a:rPr>
              <a:t>THE SENTINEL PROJECT</a:t>
            </a:r>
            <a:endParaRPr sz="2483">
              <a:solidFill>
                <a:schemeClr val="dk1"/>
              </a:solidFill>
              <a:latin typeface="Times New Roman"/>
              <a:ea typeface="Times New Roman"/>
              <a:cs typeface="Times New Roman"/>
              <a:sym typeface="Times New Roman"/>
            </a:endParaRPr>
          </a:p>
        </p:txBody>
      </p:sp>
      <p:sp>
        <p:nvSpPr>
          <p:cNvPr id="66" name="Google Shape;66;p1"/>
          <p:cNvSpPr txBox="1"/>
          <p:nvPr/>
        </p:nvSpPr>
        <p:spPr>
          <a:xfrm>
            <a:off x="3708000" y="2199325"/>
            <a:ext cx="9043200" cy="119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283">
                <a:solidFill>
                  <a:schemeClr val="dk1"/>
                </a:solidFill>
                <a:latin typeface="Times New Roman"/>
                <a:ea typeface="Times New Roman"/>
                <a:cs typeface="Times New Roman"/>
                <a:sym typeface="Times New Roman"/>
              </a:rPr>
              <a:t>Satellite Environmental Intelligence Platform for Smart Cities</a:t>
            </a:r>
            <a:endParaRPr sz="2183">
              <a:solidFill>
                <a:schemeClr val="dk1"/>
              </a:solidFill>
              <a:latin typeface="Times New Roman"/>
              <a:ea typeface="Times New Roman"/>
              <a:cs typeface="Times New Roman"/>
              <a:sym typeface="Times New Roman"/>
            </a:endParaRPr>
          </a:p>
        </p:txBody>
      </p:sp>
      <p:sp>
        <p:nvSpPr>
          <p:cNvPr id="67" name="Google Shape;67;p1"/>
          <p:cNvSpPr txBox="1"/>
          <p:nvPr/>
        </p:nvSpPr>
        <p:spPr>
          <a:xfrm>
            <a:off x="107025" y="5939850"/>
            <a:ext cx="8454600" cy="194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83">
                <a:solidFill>
                  <a:schemeClr val="dk1"/>
                </a:solidFill>
                <a:latin typeface="Times New Roman"/>
                <a:ea typeface="Times New Roman"/>
                <a:cs typeface="Times New Roman"/>
                <a:sym typeface="Times New Roman"/>
              </a:rPr>
              <a:t>KUSHAL JAIN </a:t>
            </a:r>
            <a:r>
              <a:rPr lang="en-US" sz="2283">
                <a:solidFill>
                  <a:schemeClr val="dk1"/>
                </a:solidFill>
                <a:latin typeface="Times New Roman"/>
                <a:ea typeface="Times New Roman"/>
                <a:cs typeface="Times New Roman"/>
                <a:sym typeface="Times New Roman"/>
              </a:rPr>
              <a:t>( BACKEND DEVELOPER )</a:t>
            </a:r>
            <a:endParaRPr sz="2283">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2283">
                <a:solidFill>
                  <a:schemeClr val="dk1"/>
                </a:solidFill>
                <a:latin typeface="Times New Roman"/>
                <a:ea typeface="Times New Roman"/>
                <a:cs typeface="Times New Roman"/>
                <a:sym typeface="Times New Roman"/>
              </a:rPr>
              <a:t>SNEH BHALODIA</a:t>
            </a:r>
            <a:r>
              <a:rPr lang="en-US" sz="2283">
                <a:solidFill>
                  <a:schemeClr val="dk1"/>
                </a:solidFill>
                <a:latin typeface="Times New Roman"/>
                <a:ea typeface="Times New Roman"/>
                <a:cs typeface="Times New Roman"/>
                <a:sym typeface="Times New Roman"/>
              </a:rPr>
              <a:t> ( UI/UX </a:t>
            </a:r>
            <a:r>
              <a:rPr lang="en-US" sz="2283">
                <a:solidFill>
                  <a:schemeClr val="dk1"/>
                </a:solidFill>
                <a:latin typeface="Times New Roman"/>
                <a:ea typeface="Times New Roman"/>
                <a:cs typeface="Times New Roman"/>
                <a:sym typeface="Times New Roman"/>
              </a:rPr>
              <a:t>DESIGNER</a:t>
            </a:r>
            <a:r>
              <a:rPr lang="en-US" sz="2283">
                <a:solidFill>
                  <a:schemeClr val="dk1"/>
                </a:solidFill>
                <a:latin typeface="Times New Roman"/>
                <a:ea typeface="Times New Roman"/>
                <a:cs typeface="Times New Roman"/>
                <a:sym typeface="Times New Roman"/>
              </a:rPr>
              <a:t> )</a:t>
            </a:r>
            <a:endParaRPr sz="2283">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2283">
                <a:solidFill>
                  <a:schemeClr val="dk1"/>
                </a:solidFill>
                <a:latin typeface="Times New Roman"/>
                <a:ea typeface="Times New Roman"/>
                <a:cs typeface="Times New Roman"/>
                <a:sym typeface="Times New Roman"/>
              </a:rPr>
              <a:t>VRAJ AGRAWAL </a:t>
            </a:r>
            <a:r>
              <a:rPr lang="en-US" sz="2283">
                <a:solidFill>
                  <a:schemeClr val="dk1"/>
                </a:solidFill>
                <a:latin typeface="Times New Roman"/>
                <a:ea typeface="Times New Roman"/>
                <a:cs typeface="Times New Roman"/>
                <a:sym typeface="Times New Roman"/>
              </a:rPr>
              <a:t>( FRONTEND DEVELOPER )</a:t>
            </a:r>
            <a:endParaRPr sz="2283">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2283">
                <a:solidFill>
                  <a:schemeClr val="dk1"/>
                </a:solidFill>
                <a:latin typeface="Times New Roman"/>
                <a:ea typeface="Times New Roman"/>
                <a:cs typeface="Times New Roman"/>
                <a:sym typeface="Times New Roman"/>
              </a:rPr>
              <a:t>MAYAN BARWAL </a:t>
            </a:r>
            <a:r>
              <a:rPr lang="en-US" sz="2283">
                <a:solidFill>
                  <a:schemeClr val="dk1"/>
                </a:solidFill>
                <a:latin typeface="Times New Roman"/>
                <a:ea typeface="Times New Roman"/>
                <a:cs typeface="Times New Roman"/>
                <a:sym typeface="Times New Roman"/>
              </a:rPr>
              <a:t>( BACKEND DEVELOPER )</a:t>
            </a:r>
            <a:endParaRPr sz="2283">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2283">
                <a:solidFill>
                  <a:schemeClr val="dk1"/>
                </a:solidFill>
                <a:latin typeface="Times New Roman"/>
                <a:ea typeface="Times New Roman"/>
                <a:cs typeface="Times New Roman"/>
                <a:sym typeface="Times New Roman"/>
              </a:rPr>
              <a:t>JAINIL KHATRI </a:t>
            </a:r>
            <a:r>
              <a:rPr lang="en-US" sz="2283">
                <a:solidFill>
                  <a:schemeClr val="dk1"/>
                </a:solidFill>
                <a:latin typeface="Times New Roman"/>
                <a:ea typeface="Times New Roman"/>
                <a:cs typeface="Times New Roman"/>
                <a:sym typeface="Times New Roman"/>
              </a:rPr>
              <a:t>( MACHINE LEARNING ENGINEER )</a:t>
            </a:r>
            <a:endParaRPr sz="2283">
              <a:solidFill>
                <a:schemeClr val="dk1"/>
              </a:solidFill>
              <a:latin typeface="Times New Roman"/>
              <a:ea typeface="Times New Roman"/>
              <a:cs typeface="Times New Roman"/>
              <a:sym typeface="Times New Roman"/>
            </a:endParaRPr>
          </a:p>
        </p:txBody>
      </p:sp>
      <p:sp>
        <p:nvSpPr>
          <p:cNvPr id="68" name="Google Shape;68;p1"/>
          <p:cNvSpPr txBox="1"/>
          <p:nvPr/>
        </p:nvSpPr>
        <p:spPr>
          <a:xfrm>
            <a:off x="107025" y="5348950"/>
            <a:ext cx="15411000" cy="70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383">
                <a:solidFill>
                  <a:schemeClr val="dk1"/>
                </a:solidFill>
                <a:latin typeface="Times New Roman"/>
                <a:ea typeface="Times New Roman"/>
                <a:cs typeface="Times New Roman"/>
                <a:sym typeface="Times New Roman"/>
              </a:rPr>
              <a:t>TEAM MEMBERS :</a:t>
            </a:r>
            <a:endParaRPr b="1" sz="2783">
              <a:solidFill>
                <a:schemeClr val="dk1"/>
              </a:solidFill>
              <a:latin typeface="Times New Roman"/>
              <a:ea typeface="Times New Roman"/>
              <a:cs typeface="Times New Roman"/>
              <a:sym typeface="Times New Roman"/>
            </a:endParaRPr>
          </a:p>
        </p:txBody>
      </p:sp>
      <p:sp>
        <p:nvSpPr>
          <p:cNvPr id="69" name="Google Shape;69;p1"/>
          <p:cNvSpPr txBox="1"/>
          <p:nvPr/>
        </p:nvSpPr>
        <p:spPr>
          <a:xfrm>
            <a:off x="14982900" y="8247175"/>
            <a:ext cx="1476300" cy="62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83">
                <a:solidFill>
                  <a:schemeClr val="dk1"/>
                </a:solidFill>
                <a:latin typeface="Century Gothic"/>
                <a:ea typeface="Century Gothic"/>
                <a:cs typeface="Century Gothic"/>
                <a:sym typeface="Century Gothic"/>
              </a:rPr>
              <a:t>AETRIX</a:t>
            </a:r>
            <a:endParaRPr b="1" sz="2883">
              <a:solidFill>
                <a:schemeClr val="dk1"/>
              </a:solidFill>
              <a:latin typeface="Century Gothic"/>
              <a:ea typeface="Century Gothic"/>
              <a:cs typeface="Century Gothic"/>
              <a:sym typeface="Century Gothic"/>
            </a:endParaRPr>
          </a:p>
        </p:txBody>
      </p:sp>
      <p:sp>
        <p:nvSpPr>
          <p:cNvPr id="70" name="Google Shape;70;p1"/>
          <p:cNvSpPr txBox="1"/>
          <p:nvPr/>
        </p:nvSpPr>
        <p:spPr>
          <a:xfrm>
            <a:off x="0" y="8254975"/>
            <a:ext cx="3000000" cy="612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783">
                <a:solidFill>
                  <a:schemeClr val="dk1"/>
                </a:solidFill>
                <a:latin typeface="Times New Roman"/>
                <a:ea typeface="Times New Roman"/>
                <a:cs typeface="Times New Roman"/>
                <a:sym typeface="Times New Roman"/>
              </a:rPr>
              <a:t>SYNTAX BOT</a:t>
            </a:r>
            <a:endParaRPr/>
          </a:p>
        </p:txBody>
      </p:sp>
      <p:pic>
        <p:nvPicPr>
          <p:cNvPr id="71" name="Google Shape;71;p1" title="logo.png"/>
          <p:cNvPicPr preferRelativeResize="0"/>
          <p:nvPr/>
        </p:nvPicPr>
        <p:blipFill>
          <a:blip r:embed="rId3">
            <a:alphaModFix amt="50000"/>
          </a:blip>
          <a:stretch>
            <a:fillRect/>
          </a:stretch>
        </p:blipFill>
        <p:spPr>
          <a:xfrm>
            <a:off x="15203350" y="278525"/>
            <a:ext cx="1035400" cy="103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gtEl>
                                        <p:attrNameLst>
                                          <p:attrName>style.visibility</p:attrName>
                                        </p:attrNameLst>
                                      </p:cBhvr>
                                      <p:to>
                                        <p:strVal val="visible"/>
                                      </p:to>
                                    </p:set>
                                    <p:animEffect filter="fade" transition="in">
                                      <p:cBhvr>
                                        <p:cTn dur="1000"/>
                                        <p:tgtEl>
                                          <p:spTgt spid="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1000"/>
                                        <p:tgtEl>
                                          <p:spTgt spid="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1000"/>
                                        <p:tgtEl>
                                          <p:spTgt spid="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100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da057fd879_0_7"/>
          <p:cNvSpPr/>
          <p:nvPr/>
        </p:nvSpPr>
        <p:spPr>
          <a:xfrm>
            <a:off x="0" y="8307175"/>
            <a:ext cx="16459200" cy="50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7" name="Google Shape;77;g3da057fd879_0_7"/>
          <p:cNvSpPr txBox="1"/>
          <p:nvPr/>
        </p:nvSpPr>
        <p:spPr>
          <a:xfrm>
            <a:off x="1540800" y="497700"/>
            <a:ext cx="13377600" cy="81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083">
                <a:solidFill>
                  <a:schemeClr val="dk1"/>
                </a:solidFill>
                <a:latin typeface="Times New Roman"/>
                <a:ea typeface="Times New Roman"/>
                <a:cs typeface="Times New Roman"/>
                <a:sym typeface="Times New Roman"/>
              </a:rPr>
              <a:t>PROBLEM STATEMENT AND PROPOSED SOLUTION</a:t>
            </a:r>
            <a:endParaRPr b="1" sz="100">
              <a:latin typeface="Times New Roman"/>
              <a:ea typeface="Times New Roman"/>
              <a:cs typeface="Times New Roman"/>
              <a:sym typeface="Times New Roman"/>
            </a:endParaRPr>
          </a:p>
        </p:txBody>
      </p:sp>
      <p:sp>
        <p:nvSpPr>
          <p:cNvPr id="78" name="Google Shape;78;g3da057fd879_0_7"/>
          <p:cNvSpPr txBox="1"/>
          <p:nvPr/>
        </p:nvSpPr>
        <p:spPr>
          <a:xfrm>
            <a:off x="15025425" y="8247175"/>
            <a:ext cx="1433700" cy="62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883">
              <a:solidFill>
                <a:schemeClr val="dk1"/>
              </a:solidFill>
              <a:latin typeface="Century Gothic"/>
              <a:ea typeface="Century Gothic"/>
              <a:cs typeface="Century Gothic"/>
              <a:sym typeface="Century Gothic"/>
            </a:endParaRPr>
          </a:p>
        </p:txBody>
      </p:sp>
      <p:sp>
        <p:nvSpPr>
          <p:cNvPr id="79" name="Google Shape;79;g3da057fd879_0_7"/>
          <p:cNvSpPr txBox="1"/>
          <p:nvPr/>
        </p:nvSpPr>
        <p:spPr>
          <a:xfrm>
            <a:off x="15048075" y="8247175"/>
            <a:ext cx="1388400" cy="62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83">
                <a:solidFill>
                  <a:schemeClr val="dk1"/>
                </a:solidFill>
                <a:latin typeface="Century Gothic"/>
                <a:ea typeface="Century Gothic"/>
                <a:cs typeface="Century Gothic"/>
                <a:sym typeface="Century Gothic"/>
              </a:rPr>
              <a:t>AETRIX</a:t>
            </a:r>
            <a:endParaRPr b="1" sz="2883">
              <a:solidFill>
                <a:schemeClr val="dk1"/>
              </a:solidFill>
              <a:latin typeface="Century Gothic"/>
              <a:ea typeface="Century Gothic"/>
              <a:cs typeface="Century Gothic"/>
              <a:sym typeface="Century Gothic"/>
            </a:endParaRPr>
          </a:p>
        </p:txBody>
      </p:sp>
      <p:sp>
        <p:nvSpPr>
          <p:cNvPr id="80" name="Google Shape;80;g3da057fd879_0_7"/>
          <p:cNvSpPr txBox="1"/>
          <p:nvPr/>
        </p:nvSpPr>
        <p:spPr>
          <a:xfrm>
            <a:off x="617700" y="1605300"/>
            <a:ext cx="15274800" cy="111441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Despite the abundance of free satellite data, a critical "utilization gap" exists where technical fragmentation and poor integration prevent civic bodies from turning complex environmental observations into actionable urban policy. This disconnect leaves cities unable to systematically address accelerating crises like heat islands and pollution, despite the solutions being visible from space.</a:t>
            </a:r>
            <a:endParaRPr sz="2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406400" lvl="0" marL="45720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Government and urban are our target audience. They can obtain a action plan from the data extracted from the satellite images and find </a:t>
            </a:r>
            <a:r>
              <a:rPr lang="en-US" sz="2800">
                <a:solidFill>
                  <a:schemeClr val="dk1"/>
                </a:solidFill>
                <a:latin typeface="Times New Roman"/>
                <a:ea typeface="Times New Roman"/>
                <a:cs typeface="Times New Roman"/>
                <a:sym typeface="Times New Roman"/>
              </a:rPr>
              <a:t>solutions</a:t>
            </a:r>
            <a:r>
              <a:rPr lang="en-US" sz="2800">
                <a:solidFill>
                  <a:schemeClr val="dk1"/>
                </a:solidFill>
                <a:latin typeface="Times New Roman"/>
                <a:ea typeface="Times New Roman"/>
                <a:cs typeface="Times New Roman"/>
                <a:sym typeface="Times New Roman"/>
              </a:rPr>
              <a:t> for the following.</a:t>
            </a:r>
            <a:endParaRPr sz="28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406400" lvl="0" marL="45720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There are various models and solutions like this which does weather forecast but what they fail is in providing solutions or action plan for the risk management.</a:t>
            </a:r>
            <a:endParaRPr sz="28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406400" lvl="0" marL="45720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The main purpose of our website is to be user friendly where they can easily get access to the weather data and also get action plans for risk management if needed in some areas.</a:t>
            </a:r>
            <a:endParaRPr sz="2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000">
              <a:solidFill>
                <a:schemeClr val="dk2"/>
              </a:solidFill>
            </a:endParaRPr>
          </a:p>
          <a:p>
            <a:pPr indent="0" lvl="0" marL="0" rtl="0" algn="l">
              <a:spcBef>
                <a:spcPts val="0"/>
              </a:spcBef>
              <a:spcAft>
                <a:spcPts val="0"/>
              </a:spcAft>
              <a:buNone/>
            </a:pPr>
            <a:r>
              <a:t/>
            </a:r>
            <a:endParaRPr sz="3000">
              <a:solidFill>
                <a:schemeClr val="dk2"/>
              </a:solidFill>
            </a:endParaRPr>
          </a:p>
          <a:p>
            <a:pPr indent="0" lvl="0" marL="0" rtl="0" algn="l">
              <a:spcBef>
                <a:spcPts val="0"/>
              </a:spcBef>
              <a:spcAft>
                <a:spcPts val="0"/>
              </a:spcAft>
              <a:buNone/>
            </a:pPr>
            <a:r>
              <a:t/>
            </a:r>
            <a:endParaRPr sz="3000">
              <a:solidFill>
                <a:schemeClr val="dk2"/>
              </a:solidFill>
            </a:endParaRPr>
          </a:p>
          <a:p>
            <a:pPr indent="0" lvl="0" marL="0" rtl="0" algn="l">
              <a:spcBef>
                <a:spcPts val="0"/>
              </a:spcBef>
              <a:spcAft>
                <a:spcPts val="0"/>
              </a:spcAft>
              <a:buNone/>
            </a:pPr>
            <a:r>
              <a:t/>
            </a:r>
            <a:endParaRPr sz="3000">
              <a:solidFill>
                <a:schemeClr val="dk2"/>
              </a:solidFill>
            </a:endParaRPr>
          </a:p>
          <a:p>
            <a:pPr indent="0" lvl="0" marL="0" rtl="0" algn="l">
              <a:spcBef>
                <a:spcPts val="0"/>
              </a:spcBef>
              <a:spcAft>
                <a:spcPts val="0"/>
              </a:spcAft>
              <a:buNone/>
            </a:pPr>
            <a:r>
              <a:t/>
            </a:r>
            <a:endParaRPr sz="3000">
              <a:solidFill>
                <a:schemeClr val="dk2"/>
              </a:solidFill>
            </a:endParaRPr>
          </a:p>
          <a:p>
            <a:pPr indent="0" lvl="0" marL="0" rtl="0" algn="l">
              <a:spcBef>
                <a:spcPts val="0"/>
              </a:spcBef>
              <a:spcAft>
                <a:spcPts val="0"/>
              </a:spcAft>
              <a:buNone/>
            </a:pPr>
            <a:r>
              <a:t/>
            </a:r>
            <a:endParaRPr sz="3000">
              <a:solidFill>
                <a:schemeClr val="dk2"/>
              </a:solidFill>
            </a:endParaRPr>
          </a:p>
          <a:p>
            <a:pPr indent="0" lvl="0" marL="0" rtl="0" algn="l">
              <a:spcBef>
                <a:spcPts val="0"/>
              </a:spcBef>
              <a:spcAft>
                <a:spcPts val="0"/>
              </a:spcAft>
              <a:buNone/>
            </a:pPr>
            <a:r>
              <a:t/>
            </a:r>
            <a:endParaRPr sz="3000">
              <a:solidFill>
                <a:schemeClr val="dk2"/>
              </a:solidFill>
            </a:endParaRPr>
          </a:p>
          <a:p>
            <a:pPr indent="0" lvl="0" marL="0" rtl="0" algn="l">
              <a:spcBef>
                <a:spcPts val="0"/>
              </a:spcBef>
              <a:spcAft>
                <a:spcPts val="0"/>
              </a:spcAft>
              <a:buNone/>
            </a:pPr>
            <a:r>
              <a:t/>
            </a:r>
            <a:endParaRPr sz="3000">
              <a:solidFill>
                <a:schemeClr val="dk2"/>
              </a:solidFill>
            </a:endParaRPr>
          </a:p>
          <a:p>
            <a:pPr indent="0" lvl="0" marL="0" rtl="0" algn="l">
              <a:spcBef>
                <a:spcPts val="0"/>
              </a:spcBef>
              <a:spcAft>
                <a:spcPts val="0"/>
              </a:spcAft>
              <a:buNone/>
            </a:pPr>
            <a:r>
              <a:t/>
            </a:r>
            <a:endParaRPr sz="3000">
              <a:solidFill>
                <a:schemeClr val="dk2"/>
              </a:solidFill>
            </a:endParaRPr>
          </a:p>
          <a:p>
            <a:pPr indent="0" lvl="0" marL="0" rtl="0" algn="l">
              <a:spcBef>
                <a:spcPts val="0"/>
              </a:spcBef>
              <a:spcAft>
                <a:spcPts val="0"/>
              </a:spcAft>
              <a:buNone/>
            </a:pPr>
            <a:r>
              <a:t/>
            </a:r>
            <a:endParaRPr sz="3000">
              <a:solidFill>
                <a:schemeClr val="dk2"/>
              </a:solidFill>
            </a:endParaRPr>
          </a:p>
        </p:txBody>
      </p:sp>
      <p:sp>
        <p:nvSpPr>
          <p:cNvPr id="81" name="Google Shape;81;g3da057fd879_0_7"/>
          <p:cNvSpPr txBox="1"/>
          <p:nvPr/>
        </p:nvSpPr>
        <p:spPr>
          <a:xfrm>
            <a:off x="0" y="8254975"/>
            <a:ext cx="3000000" cy="612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783">
                <a:solidFill>
                  <a:schemeClr val="dk1"/>
                </a:solidFill>
                <a:latin typeface="Times New Roman"/>
                <a:ea typeface="Times New Roman"/>
                <a:cs typeface="Times New Roman"/>
                <a:sym typeface="Times New Roman"/>
              </a:rPr>
              <a:t>SYNTAX BOT</a:t>
            </a:r>
            <a:endParaRPr/>
          </a:p>
        </p:txBody>
      </p:sp>
      <p:pic>
        <p:nvPicPr>
          <p:cNvPr id="82" name="Google Shape;82;g3da057fd879_0_7" title="logo.png"/>
          <p:cNvPicPr preferRelativeResize="0"/>
          <p:nvPr/>
        </p:nvPicPr>
        <p:blipFill>
          <a:blip r:embed="rId3">
            <a:alphaModFix amt="50000"/>
          </a:blip>
          <a:stretch>
            <a:fillRect/>
          </a:stretch>
        </p:blipFill>
        <p:spPr>
          <a:xfrm>
            <a:off x="15203350" y="278525"/>
            <a:ext cx="1035400" cy="103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1000"/>
                                        <p:tgtEl>
                                          <p:spTgt spid="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3da057fd879_0_14"/>
          <p:cNvSpPr/>
          <p:nvPr/>
        </p:nvSpPr>
        <p:spPr>
          <a:xfrm>
            <a:off x="0" y="8307175"/>
            <a:ext cx="16459200" cy="50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8" name="Google Shape;88;g3da057fd879_0_14"/>
          <p:cNvSpPr txBox="1"/>
          <p:nvPr/>
        </p:nvSpPr>
        <p:spPr>
          <a:xfrm>
            <a:off x="0" y="497725"/>
            <a:ext cx="16459200" cy="81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083">
                <a:solidFill>
                  <a:schemeClr val="dk1"/>
                </a:solidFill>
                <a:latin typeface="Times New Roman"/>
                <a:ea typeface="Times New Roman"/>
                <a:cs typeface="Times New Roman"/>
                <a:sym typeface="Times New Roman"/>
              </a:rPr>
              <a:t>SYSTEM ARCHITECTURE AND IMPLEMENTATION</a:t>
            </a:r>
            <a:endParaRPr b="1" sz="100">
              <a:solidFill>
                <a:schemeClr val="dk1"/>
              </a:solidFill>
              <a:latin typeface="Times New Roman"/>
              <a:ea typeface="Times New Roman"/>
              <a:cs typeface="Times New Roman"/>
              <a:sym typeface="Times New Roman"/>
            </a:endParaRPr>
          </a:p>
        </p:txBody>
      </p:sp>
      <p:sp>
        <p:nvSpPr>
          <p:cNvPr id="89" name="Google Shape;89;g3da057fd879_0_14"/>
          <p:cNvSpPr txBox="1"/>
          <p:nvPr/>
        </p:nvSpPr>
        <p:spPr>
          <a:xfrm>
            <a:off x="533850" y="1313925"/>
            <a:ext cx="14820300" cy="724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183">
                <a:solidFill>
                  <a:schemeClr val="dk1"/>
                </a:solidFill>
                <a:latin typeface="Times New Roman"/>
                <a:ea typeface="Times New Roman"/>
                <a:cs typeface="Times New Roman"/>
                <a:sym typeface="Times New Roman"/>
              </a:rPr>
              <a:t>Tech Stack and Architecture Flow:</a:t>
            </a:r>
            <a:endParaRPr b="1" sz="2183">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183">
                <a:solidFill>
                  <a:schemeClr val="dk1"/>
                </a:solidFill>
                <a:latin typeface="Times New Roman"/>
                <a:ea typeface="Times New Roman"/>
                <a:cs typeface="Times New Roman"/>
                <a:sym typeface="Times New Roman"/>
              </a:rPr>
              <a:t>The platform is built on a streamlined three-tier architecture. The frontend utilizes HTML, CSS, and vanilla JavaScript, paired with Chart.js, Leaflet, and Folium for dynamic charts and interactive mapping. This client UI communicates directly with a robust backend powered by Python and Flask. At the foundational data layer, the system integrates with the Google Earth Engine API to pull raw satellite feeds from ISRO, NASA, and ESA. The data flows seamlessly from these external Earth Engine sources into the Flask API for processing and machine learning, and is then served directly to the client UI for visualization.</a:t>
            </a:r>
            <a:endParaRPr sz="2183">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83">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2183">
                <a:solidFill>
                  <a:schemeClr val="dk1"/>
                </a:solidFill>
                <a:latin typeface="Times New Roman"/>
                <a:ea typeface="Times New Roman"/>
                <a:cs typeface="Times New Roman"/>
                <a:sym typeface="Times New Roman"/>
              </a:rPr>
              <a:t>Key Modules:</a:t>
            </a:r>
            <a:endParaRPr b="1" sz="2183">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183">
                <a:solidFill>
                  <a:schemeClr val="dk1"/>
                </a:solidFill>
                <a:latin typeface="Times New Roman"/>
                <a:ea typeface="Times New Roman"/>
                <a:cs typeface="Times New Roman"/>
                <a:sym typeface="Times New Roman"/>
              </a:rPr>
              <a:t>The system relies on three core modules to process and display the data. First, the geospatial ingestion engine securely fetches and harmonizes the heavy, multi-source satellite datasets into a usable format. Once the data is structured, the machine learning forecasting module leverages Pandas and Scikit-Learn to analyze historical observations and accurately predict future environmental trends. Finally, an asynchronous UI module ensures that these complex predictions and maps receive real-time, non-blocking updates, providing a smooth experience for the user without requiring page reloads.</a:t>
            </a:r>
            <a:endParaRPr sz="2183">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183">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2183">
                <a:solidFill>
                  <a:schemeClr val="dk1"/>
                </a:solidFill>
                <a:latin typeface="Times New Roman"/>
                <a:ea typeface="Times New Roman"/>
                <a:cs typeface="Times New Roman"/>
                <a:sym typeface="Times New Roman"/>
              </a:rPr>
              <a:t>Performance and Security:</a:t>
            </a:r>
            <a:endParaRPr b="1" sz="2183">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183">
                <a:solidFill>
                  <a:schemeClr val="dk1"/>
                </a:solidFill>
                <a:latin typeface="Times New Roman"/>
                <a:ea typeface="Times New Roman"/>
                <a:cs typeface="Times New Roman"/>
                <a:sym typeface="Times New Roman"/>
              </a:rPr>
              <a:t>To ensure long-term reliability, the architecture is designed with strict performance and security standards. The stateless nature of the Flask backend allows for easy horizontal scalability to handle increased user queries. Performance is further optimized through the asynchronous data fetching, which prevents the dashboard from freezing while heavy geospatial processing happens in the background. From a security standpoint, all external API keys and core machine learning logic are strictly isolated on the server side, keeping sensitive credentials completely safe from client-side exposure.</a:t>
            </a:r>
            <a:endParaRPr sz="2183">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183">
              <a:solidFill>
                <a:schemeClr val="dk1"/>
              </a:solidFill>
              <a:latin typeface="Times New Roman"/>
              <a:ea typeface="Times New Roman"/>
              <a:cs typeface="Times New Roman"/>
              <a:sym typeface="Times New Roman"/>
            </a:endParaRPr>
          </a:p>
        </p:txBody>
      </p:sp>
      <p:sp>
        <p:nvSpPr>
          <p:cNvPr id="90" name="Google Shape;90;g3da057fd879_0_14"/>
          <p:cNvSpPr txBox="1"/>
          <p:nvPr/>
        </p:nvSpPr>
        <p:spPr>
          <a:xfrm>
            <a:off x="15094800" y="8247175"/>
            <a:ext cx="1364400" cy="62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83">
                <a:solidFill>
                  <a:schemeClr val="dk1"/>
                </a:solidFill>
                <a:latin typeface="Century Gothic"/>
                <a:ea typeface="Century Gothic"/>
                <a:cs typeface="Century Gothic"/>
                <a:sym typeface="Century Gothic"/>
              </a:rPr>
              <a:t>AETRIX</a:t>
            </a:r>
            <a:endParaRPr b="1" sz="2883">
              <a:solidFill>
                <a:schemeClr val="dk1"/>
              </a:solidFill>
              <a:latin typeface="Century Gothic"/>
              <a:ea typeface="Century Gothic"/>
              <a:cs typeface="Century Gothic"/>
              <a:sym typeface="Century Gothic"/>
            </a:endParaRPr>
          </a:p>
        </p:txBody>
      </p:sp>
      <p:sp>
        <p:nvSpPr>
          <p:cNvPr id="91" name="Google Shape;91;g3da057fd879_0_14"/>
          <p:cNvSpPr txBox="1"/>
          <p:nvPr/>
        </p:nvSpPr>
        <p:spPr>
          <a:xfrm>
            <a:off x="0" y="8254975"/>
            <a:ext cx="3000000" cy="612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783">
                <a:solidFill>
                  <a:schemeClr val="dk1"/>
                </a:solidFill>
                <a:latin typeface="Times New Roman"/>
                <a:ea typeface="Times New Roman"/>
                <a:cs typeface="Times New Roman"/>
                <a:sym typeface="Times New Roman"/>
              </a:rPr>
              <a:t>SYNTAX BOT</a:t>
            </a:r>
            <a:endParaRPr/>
          </a:p>
        </p:txBody>
      </p:sp>
      <p:pic>
        <p:nvPicPr>
          <p:cNvPr id="92" name="Google Shape;92;g3da057fd879_0_14" title="logo.png"/>
          <p:cNvPicPr preferRelativeResize="0"/>
          <p:nvPr/>
        </p:nvPicPr>
        <p:blipFill>
          <a:blip r:embed="rId3">
            <a:alphaModFix amt="50000"/>
          </a:blip>
          <a:stretch>
            <a:fillRect/>
          </a:stretch>
        </p:blipFill>
        <p:spPr>
          <a:xfrm>
            <a:off x="15203350" y="278525"/>
            <a:ext cx="1035400" cy="103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da057fd879_0_22"/>
          <p:cNvSpPr/>
          <p:nvPr/>
        </p:nvSpPr>
        <p:spPr>
          <a:xfrm>
            <a:off x="0" y="8307175"/>
            <a:ext cx="16459200" cy="50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8" name="Google Shape;98;g3da057fd879_0_22"/>
          <p:cNvSpPr txBox="1"/>
          <p:nvPr/>
        </p:nvSpPr>
        <p:spPr>
          <a:xfrm>
            <a:off x="0" y="508325"/>
            <a:ext cx="16459200" cy="81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083">
                <a:solidFill>
                  <a:schemeClr val="dk1"/>
                </a:solidFill>
                <a:latin typeface="Times New Roman"/>
                <a:ea typeface="Times New Roman"/>
                <a:cs typeface="Times New Roman"/>
                <a:sym typeface="Times New Roman"/>
              </a:rPr>
              <a:t>PROTOTYPE DEMO AND KEY FEATURES</a:t>
            </a:r>
            <a:endParaRPr b="1" sz="100">
              <a:solidFill>
                <a:schemeClr val="dk1"/>
              </a:solidFill>
              <a:latin typeface="Times New Roman"/>
              <a:ea typeface="Times New Roman"/>
              <a:cs typeface="Times New Roman"/>
              <a:sym typeface="Times New Roman"/>
            </a:endParaRPr>
          </a:p>
        </p:txBody>
      </p:sp>
      <p:sp>
        <p:nvSpPr>
          <p:cNvPr id="99" name="Google Shape;99;g3da057fd879_0_22"/>
          <p:cNvSpPr txBox="1"/>
          <p:nvPr/>
        </p:nvSpPr>
        <p:spPr>
          <a:xfrm>
            <a:off x="15094800" y="8247175"/>
            <a:ext cx="1364400" cy="62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83">
                <a:solidFill>
                  <a:schemeClr val="dk1"/>
                </a:solidFill>
                <a:latin typeface="Century Gothic"/>
                <a:ea typeface="Century Gothic"/>
                <a:cs typeface="Century Gothic"/>
                <a:sym typeface="Century Gothic"/>
              </a:rPr>
              <a:t>AETRIX</a:t>
            </a:r>
            <a:endParaRPr b="1" sz="2883">
              <a:solidFill>
                <a:schemeClr val="dk1"/>
              </a:solidFill>
              <a:latin typeface="Century Gothic"/>
              <a:ea typeface="Century Gothic"/>
              <a:cs typeface="Century Gothic"/>
              <a:sym typeface="Century Gothic"/>
            </a:endParaRPr>
          </a:p>
        </p:txBody>
      </p:sp>
      <p:sp>
        <p:nvSpPr>
          <p:cNvPr id="100" name="Google Shape;100;g3da057fd879_0_22"/>
          <p:cNvSpPr txBox="1"/>
          <p:nvPr/>
        </p:nvSpPr>
        <p:spPr>
          <a:xfrm>
            <a:off x="0" y="8254975"/>
            <a:ext cx="3000000" cy="612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783">
                <a:solidFill>
                  <a:schemeClr val="dk1"/>
                </a:solidFill>
                <a:latin typeface="Times New Roman"/>
                <a:ea typeface="Times New Roman"/>
                <a:cs typeface="Times New Roman"/>
                <a:sym typeface="Times New Roman"/>
              </a:rPr>
              <a:t>SYNTAX BOT</a:t>
            </a:r>
            <a:endParaRPr/>
          </a:p>
        </p:txBody>
      </p:sp>
      <p:pic>
        <p:nvPicPr>
          <p:cNvPr id="101" name="Google Shape;101;g3da057fd879_0_22" title="logo.png"/>
          <p:cNvPicPr preferRelativeResize="0"/>
          <p:nvPr/>
        </p:nvPicPr>
        <p:blipFill>
          <a:blip r:embed="rId3">
            <a:alphaModFix amt="50000"/>
          </a:blip>
          <a:stretch>
            <a:fillRect/>
          </a:stretch>
        </p:blipFill>
        <p:spPr>
          <a:xfrm>
            <a:off x="15203350" y="278525"/>
            <a:ext cx="1035400" cy="1035400"/>
          </a:xfrm>
          <a:prstGeom prst="rect">
            <a:avLst/>
          </a:prstGeom>
          <a:noFill/>
          <a:ln>
            <a:noFill/>
          </a:ln>
        </p:spPr>
      </p:pic>
      <p:sp>
        <p:nvSpPr>
          <p:cNvPr id="102" name="Google Shape;102;g3da057fd879_0_22"/>
          <p:cNvSpPr txBox="1"/>
          <p:nvPr/>
        </p:nvSpPr>
        <p:spPr>
          <a:xfrm>
            <a:off x="729925" y="1514350"/>
            <a:ext cx="15263400" cy="59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chemeClr val="dk1"/>
                </a:solidFill>
                <a:latin typeface="Times New Roman"/>
                <a:ea typeface="Times New Roman"/>
                <a:cs typeface="Times New Roman"/>
                <a:sym typeface="Times New Roman"/>
              </a:rPr>
              <a:t>DEMO LINK ( </a:t>
            </a:r>
            <a:r>
              <a:rPr lang="en-US" sz="2600" u="sng">
                <a:solidFill>
                  <a:schemeClr val="hlink"/>
                </a:solidFill>
                <a:latin typeface="Times New Roman"/>
                <a:ea typeface="Times New Roman"/>
                <a:cs typeface="Times New Roman"/>
                <a:sym typeface="Times New Roman"/>
                <a:hlinkClick r:id="rId4"/>
              </a:rPr>
              <a:t>https://drive.google.com/file/d/1p2TW5KT7fek08mxU-8GOyRElcx8pivDd/view?usp=sharing</a:t>
            </a:r>
            <a:r>
              <a:rPr lang="en-US" sz="2600">
                <a:solidFill>
                  <a:schemeClr val="dk1"/>
                </a:solidFill>
                <a:latin typeface="Times New Roman"/>
                <a:ea typeface="Times New Roman"/>
                <a:cs typeface="Times New Roman"/>
                <a:sym typeface="Times New Roman"/>
              </a:rPr>
              <a:t> )</a:t>
            </a:r>
            <a:endParaRPr sz="2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2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2700">
                <a:solidFill>
                  <a:schemeClr val="dk1"/>
                </a:solidFill>
                <a:latin typeface="Times New Roman"/>
                <a:ea typeface="Times New Roman"/>
                <a:cs typeface="Times New Roman"/>
                <a:sym typeface="Times New Roman"/>
              </a:rPr>
              <a:t>Key Features and Technical Achievements:</a:t>
            </a:r>
            <a:endParaRPr b="1" sz="2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700">
                <a:solidFill>
                  <a:schemeClr val="dk1"/>
                </a:solidFill>
                <a:latin typeface="Times New Roman"/>
                <a:ea typeface="Times New Roman"/>
                <a:cs typeface="Times New Roman"/>
                <a:sym typeface="Times New Roman"/>
              </a:rPr>
              <a:t>The core of the dashboard is its unified geospatial interface, which brings multiple disparate satellite feeds into a single, cohesive view. On the technical side, our most critical achievement is the data harmonization algorithm. Using Pandas, we successfully automated the cleaning and merging of multi-resolution datasets from NASA, ESA, and ISRO. This harmonized historical data is then fed directly into our Scikit-Learn predictive analytics engine to actively forecast future trends, moving the platform beyond just visualizing past observations.</a:t>
            </a:r>
            <a:endParaRPr sz="2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2700">
                <a:solidFill>
                  <a:schemeClr val="dk1"/>
                </a:solidFill>
                <a:latin typeface="Times New Roman"/>
                <a:ea typeface="Times New Roman"/>
                <a:cs typeface="Times New Roman"/>
                <a:sym typeface="Times New Roman"/>
              </a:rPr>
              <a:t>Performance and UI Rendering:</a:t>
            </a:r>
            <a:endParaRPr b="1" sz="2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700">
                <a:solidFill>
                  <a:schemeClr val="dk1"/>
                </a:solidFill>
                <a:latin typeface="Times New Roman"/>
                <a:ea typeface="Times New Roman"/>
                <a:cs typeface="Times New Roman"/>
                <a:sym typeface="Times New Roman"/>
              </a:rPr>
              <a:t>To ensure a smooth user experience, we engineered an asynchronous rendering system. This non-blocking UI fetches heavy geospatial data in the background without freezing the browser, seamlessly updating the high-resolution Leaflet maps and dynamic markers. Performance-wise, our lightweight Flask backend delivers sub-second API response times for cached regional data, efficiently handling complex machine learning predictions without requiring high server overhead.</a:t>
            </a:r>
            <a:endParaRPr sz="2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7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da057fd879_0_28"/>
          <p:cNvSpPr/>
          <p:nvPr/>
        </p:nvSpPr>
        <p:spPr>
          <a:xfrm>
            <a:off x="0" y="8307175"/>
            <a:ext cx="16459200" cy="50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8" name="Google Shape;108;g3da057fd879_0_28"/>
          <p:cNvSpPr txBox="1"/>
          <p:nvPr/>
        </p:nvSpPr>
        <p:spPr>
          <a:xfrm>
            <a:off x="0" y="508325"/>
            <a:ext cx="16459200" cy="81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083">
                <a:solidFill>
                  <a:schemeClr val="dk1"/>
                </a:solidFill>
                <a:latin typeface="Times New Roman"/>
                <a:ea typeface="Times New Roman"/>
                <a:cs typeface="Times New Roman"/>
                <a:sym typeface="Times New Roman"/>
              </a:rPr>
              <a:t>CHALLENGES , SOLUTION AND FUTURE SCOPE</a:t>
            </a:r>
            <a:endParaRPr b="1" sz="100">
              <a:solidFill>
                <a:schemeClr val="dk1"/>
              </a:solidFill>
              <a:latin typeface="Times New Roman"/>
              <a:ea typeface="Times New Roman"/>
              <a:cs typeface="Times New Roman"/>
              <a:sym typeface="Times New Roman"/>
            </a:endParaRPr>
          </a:p>
        </p:txBody>
      </p:sp>
      <p:sp>
        <p:nvSpPr>
          <p:cNvPr id="109" name="Google Shape;109;g3da057fd879_0_28"/>
          <p:cNvSpPr txBox="1"/>
          <p:nvPr/>
        </p:nvSpPr>
        <p:spPr>
          <a:xfrm>
            <a:off x="15094800" y="8247175"/>
            <a:ext cx="1364400" cy="62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83">
                <a:solidFill>
                  <a:schemeClr val="dk1"/>
                </a:solidFill>
                <a:latin typeface="Century Gothic"/>
                <a:ea typeface="Century Gothic"/>
                <a:cs typeface="Century Gothic"/>
                <a:sym typeface="Century Gothic"/>
              </a:rPr>
              <a:t>AETRIX</a:t>
            </a:r>
            <a:endParaRPr b="1" sz="2883">
              <a:solidFill>
                <a:schemeClr val="dk1"/>
              </a:solidFill>
              <a:latin typeface="Century Gothic"/>
              <a:ea typeface="Century Gothic"/>
              <a:cs typeface="Century Gothic"/>
              <a:sym typeface="Century Gothic"/>
            </a:endParaRPr>
          </a:p>
        </p:txBody>
      </p:sp>
      <p:sp>
        <p:nvSpPr>
          <p:cNvPr id="110" name="Google Shape;110;g3da057fd879_0_28"/>
          <p:cNvSpPr/>
          <p:nvPr/>
        </p:nvSpPr>
        <p:spPr>
          <a:xfrm>
            <a:off x="989925" y="1658825"/>
            <a:ext cx="6715500" cy="374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g3da057fd879_0_28"/>
          <p:cNvSpPr/>
          <p:nvPr/>
        </p:nvSpPr>
        <p:spPr>
          <a:xfrm>
            <a:off x="8240625" y="1677125"/>
            <a:ext cx="6533100" cy="374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2700">
              <a:solidFill>
                <a:schemeClr val="dk1"/>
              </a:solidFill>
              <a:latin typeface="Times New Roman"/>
              <a:ea typeface="Times New Roman"/>
              <a:cs typeface="Times New Roman"/>
              <a:sym typeface="Times New Roman"/>
            </a:endParaRPr>
          </a:p>
        </p:txBody>
      </p:sp>
      <p:sp>
        <p:nvSpPr>
          <p:cNvPr id="112" name="Google Shape;112;g3da057fd879_0_28"/>
          <p:cNvSpPr txBox="1"/>
          <p:nvPr/>
        </p:nvSpPr>
        <p:spPr>
          <a:xfrm>
            <a:off x="1275975" y="1895213"/>
            <a:ext cx="61434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700">
                <a:solidFill>
                  <a:schemeClr val="dk1"/>
                </a:solidFill>
                <a:latin typeface="Times New Roman"/>
                <a:ea typeface="Times New Roman"/>
                <a:cs typeface="Times New Roman"/>
                <a:sym typeface="Times New Roman"/>
              </a:rPr>
              <a:t>CHALLENGE 1: </a:t>
            </a:r>
            <a:r>
              <a:rPr lang="en-US" sz="2700">
                <a:solidFill>
                  <a:schemeClr val="dk1"/>
                </a:solidFill>
                <a:latin typeface="Times New Roman"/>
                <a:ea typeface="Times New Roman"/>
                <a:cs typeface="Times New Roman"/>
                <a:sym typeface="Times New Roman"/>
              </a:rPr>
              <a:t>EXTRACTING VAST DATASET FROM GEE(Google Earth Engine)</a:t>
            </a:r>
            <a:endParaRPr sz="2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2700">
                <a:solidFill>
                  <a:schemeClr val="dk1"/>
                </a:solidFill>
                <a:latin typeface="Times New Roman"/>
                <a:ea typeface="Times New Roman"/>
                <a:cs typeface="Times New Roman"/>
                <a:sym typeface="Times New Roman"/>
              </a:rPr>
              <a:t>SOLUTION: </a:t>
            </a:r>
            <a:r>
              <a:rPr lang="en-US" sz="2700">
                <a:solidFill>
                  <a:schemeClr val="dk1"/>
                </a:solidFill>
                <a:latin typeface="Times New Roman"/>
                <a:ea typeface="Times New Roman"/>
                <a:cs typeface="Times New Roman"/>
                <a:sym typeface="Times New Roman"/>
              </a:rPr>
              <a:t>We specifically used the dataset of capital cities of India instead of the whole globe as it was a huge data to extract. </a:t>
            </a:r>
            <a:endParaRPr sz="2700">
              <a:solidFill>
                <a:schemeClr val="dk1"/>
              </a:solidFill>
              <a:latin typeface="Times New Roman"/>
              <a:ea typeface="Times New Roman"/>
              <a:cs typeface="Times New Roman"/>
              <a:sym typeface="Times New Roman"/>
            </a:endParaRPr>
          </a:p>
        </p:txBody>
      </p:sp>
      <p:sp>
        <p:nvSpPr>
          <p:cNvPr id="113" name="Google Shape;113;g3da057fd879_0_28"/>
          <p:cNvSpPr/>
          <p:nvPr/>
        </p:nvSpPr>
        <p:spPr>
          <a:xfrm>
            <a:off x="989925" y="5722850"/>
            <a:ext cx="13783800" cy="2322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g3da057fd879_0_28"/>
          <p:cNvSpPr txBox="1"/>
          <p:nvPr/>
        </p:nvSpPr>
        <p:spPr>
          <a:xfrm>
            <a:off x="1578575" y="5778450"/>
            <a:ext cx="12922800" cy="215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200">
                <a:solidFill>
                  <a:schemeClr val="dk1"/>
                </a:solidFill>
                <a:latin typeface="Times New Roman"/>
                <a:ea typeface="Times New Roman"/>
                <a:cs typeface="Times New Roman"/>
                <a:sym typeface="Times New Roman"/>
              </a:rPr>
              <a:t>This website has many future scope which can make it more integrative and informative for the user. User can add different satellite missions,increasing the number of cities or atmospheric factors for more information.</a:t>
            </a:r>
            <a:endParaRPr b="1" sz="3200">
              <a:solidFill>
                <a:schemeClr val="dk1"/>
              </a:solidFill>
              <a:latin typeface="Times New Roman"/>
              <a:ea typeface="Times New Roman"/>
              <a:cs typeface="Times New Roman"/>
              <a:sym typeface="Times New Roman"/>
            </a:endParaRPr>
          </a:p>
        </p:txBody>
      </p:sp>
      <p:sp>
        <p:nvSpPr>
          <p:cNvPr id="115" name="Google Shape;115;g3da057fd879_0_28"/>
          <p:cNvSpPr txBox="1"/>
          <p:nvPr/>
        </p:nvSpPr>
        <p:spPr>
          <a:xfrm>
            <a:off x="0" y="8254975"/>
            <a:ext cx="3000000" cy="612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783">
                <a:solidFill>
                  <a:schemeClr val="dk1"/>
                </a:solidFill>
                <a:latin typeface="Times New Roman"/>
                <a:ea typeface="Times New Roman"/>
                <a:cs typeface="Times New Roman"/>
                <a:sym typeface="Times New Roman"/>
              </a:rPr>
              <a:t>SYNTAX BOT</a:t>
            </a:r>
            <a:endParaRPr/>
          </a:p>
        </p:txBody>
      </p:sp>
      <p:pic>
        <p:nvPicPr>
          <p:cNvPr id="116" name="Google Shape;116;g3da057fd879_0_28" title="logo.png"/>
          <p:cNvPicPr preferRelativeResize="0"/>
          <p:nvPr/>
        </p:nvPicPr>
        <p:blipFill>
          <a:blip r:embed="rId3">
            <a:alphaModFix amt="50000"/>
          </a:blip>
          <a:stretch>
            <a:fillRect/>
          </a:stretch>
        </p:blipFill>
        <p:spPr>
          <a:xfrm>
            <a:off x="15203350" y="278525"/>
            <a:ext cx="1035400" cy="1035400"/>
          </a:xfrm>
          <a:prstGeom prst="rect">
            <a:avLst/>
          </a:prstGeom>
          <a:noFill/>
          <a:ln>
            <a:noFill/>
          </a:ln>
        </p:spPr>
      </p:pic>
      <p:sp>
        <p:nvSpPr>
          <p:cNvPr id="117" name="Google Shape;117;g3da057fd879_0_28"/>
          <p:cNvSpPr txBox="1"/>
          <p:nvPr/>
        </p:nvSpPr>
        <p:spPr>
          <a:xfrm>
            <a:off x="8394375" y="1873900"/>
            <a:ext cx="6258900" cy="339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700">
                <a:solidFill>
                  <a:schemeClr val="dk1"/>
                </a:solidFill>
                <a:latin typeface="Times New Roman"/>
                <a:ea typeface="Times New Roman"/>
                <a:cs typeface="Times New Roman"/>
                <a:sym typeface="Times New Roman"/>
              </a:rPr>
              <a:t>CHALLENGE 2: </a:t>
            </a:r>
            <a:r>
              <a:rPr lang="en-US" sz="2700">
                <a:solidFill>
                  <a:schemeClr val="dk1"/>
                </a:solidFill>
                <a:latin typeface="Times New Roman"/>
                <a:ea typeface="Times New Roman"/>
                <a:cs typeface="Times New Roman"/>
                <a:sym typeface="Times New Roman"/>
              </a:rPr>
              <a:t>Converting real time dataset to CSV file for training machine learning model . </a:t>
            </a:r>
            <a:endParaRPr sz="2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2700">
                <a:solidFill>
                  <a:schemeClr val="dk1"/>
                </a:solidFill>
                <a:latin typeface="Times New Roman"/>
                <a:ea typeface="Times New Roman"/>
                <a:cs typeface="Times New Roman"/>
                <a:sym typeface="Times New Roman"/>
              </a:rPr>
              <a:t>SOLUTION: </a:t>
            </a:r>
            <a:r>
              <a:rPr lang="en-US" sz="2700">
                <a:solidFill>
                  <a:schemeClr val="dk1"/>
                </a:solidFill>
                <a:latin typeface="Times New Roman"/>
                <a:ea typeface="Times New Roman"/>
                <a:cs typeface="Times New Roman"/>
                <a:sym typeface="Times New Roman"/>
              </a:rPr>
              <a:t>We wrote a specific function in GEE code editor which converted the dataset to CSV file.</a:t>
            </a:r>
            <a:endParaRPr sz="2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2000"/>
                                        <p:tgtEl>
                                          <p:spTgt spid="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000"/>
                                        <p:tgtEl>
                                          <p:spTgt spid="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2000"/>
                                        <p:tgtEl>
                                          <p:spTgt spid="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2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da057fd879_0_33"/>
          <p:cNvSpPr/>
          <p:nvPr/>
        </p:nvSpPr>
        <p:spPr>
          <a:xfrm>
            <a:off x="0" y="8307175"/>
            <a:ext cx="16459200" cy="50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3" name="Google Shape;123;g3da057fd879_0_33"/>
          <p:cNvSpPr txBox="1"/>
          <p:nvPr/>
        </p:nvSpPr>
        <p:spPr>
          <a:xfrm>
            <a:off x="-294300" y="535100"/>
            <a:ext cx="16459200" cy="1441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083">
                <a:solidFill>
                  <a:schemeClr val="dk1"/>
                </a:solidFill>
                <a:latin typeface="Times New Roman"/>
                <a:ea typeface="Times New Roman"/>
                <a:cs typeface="Times New Roman"/>
                <a:sym typeface="Times New Roman"/>
              </a:rPr>
              <a:t>TEAM CONTRIBUTION AND PROJECT SUMMARY</a:t>
            </a:r>
            <a:endParaRPr b="1" sz="4083">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4083">
              <a:solidFill>
                <a:schemeClr val="dk1"/>
              </a:solidFill>
              <a:latin typeface="Times New Roman"/>
              <a:ea typeface="Times New Roman"/>
              <a:cs typeface="Times New Roman"/>
              <a:sym typeface="Times New Roman"/>
            </a:endParaRPr>
          </a:p>
        </p:txBody>
      </p:sp>
      <p:sp>
        <p:nvSpPr>
          <p:cNvPr id="124" name="Google Shape;124;g3da057fd879_0_33"/>
          <p:cNvSpPr txBox="1"/>
          <p:nvPr/>
        </p:nvSpPr>
        <p:spPr>
          <a:xfrm>
            <a:off x="15094800" y="8247175"/>
            <a:ext cx="1364400" cy="62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83">
                <a:solidFill>
                  <a:schemeClr val="dk1"/>
                </a:solidFill>
                <a:latin typeface="Century Gothic"/>
                <a:ea typeface="Century Gothic"/>
                <a:cs typeface="Century Gothic"/>
                <a:sym typeface="Century Gothic"/>
              </a:rPr>
              <a:t>AETRIX</a:t>
            </a:r>
            <a:endParaRPr b="1" sz="2883">
              <a:solidFill>
                <a:schemeClr val="dk1"/>
              </a:solidFill>
              <a:latin typeface="Century Gothic"/>
              <a:ea typeface="Century Gothic"/>
              <a:cs typeface="Century Gothic"/>
              <a:sym typeface="Century Gothic"/>
            </a:endParaRPr>
          </a:p>
        </p:txBody>
      </p:sp>
      <p:sp>
        <p:nvSpPr>
          <p:cNvPr id="125" name="Google Shape;125;g3da057fd879_0_33"/>
          <p:cNvSpPr txBox="1"/>
          <p:nvPr/>
        </p:nvSpPr>
        <p:spPr>
          <a:xfrm>
            <a:off x="417150" y="1792575"/>
            <a:ext cx="15624900" cy="628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3300">
                <a:solidFill>
                  <a:schemeClr val="dk1"/>
                </a:solidFill>
                <a:latin typeface="Times New Roman"/>
                <a:ea typeface="Times New Roman"/>
                <a:cs typeface="Times New Roman"/>
                <a:sym typeface="Times New Roman"/>
              </a:rPr>
              <a:t>Kushal and Mayan built the backend architecture to handle the heavy data, while Jainil developed the Machine Learning models to analyze the trends. Vraj brought the platform to life on the frontend, and </a:t>
            </a:r>
            <a:r>
              <a:rPr lang="en-US" sz="3300">
                <a:solidFill>
                  <a:schemeClr val="dk1"/>
                </a:solidFill>
                <a:latin typeface="Times New Roman"/>
                <a:ea typeface="Times New Roman"/>
                <a:cs typeface="Times New Roman"/>
                <a:sym typeface="Times New Roman"/>
              </a:rPr>
              <a:t>Sneh </a:t>
            </a:r>
            <a:r>
              <a:rPr lang="en-US" sz="3300">
                <a:solidFill>
                  <a:schemeClr val="dk1"/>
                </a:solidFill>
                <a:latin typeface="Times New Roman"/>
                <a:ea typeface="Times New Roman"/>
                <a:cs typeface="Times New Roman"/>
                <a:sym typeface="Times New Roman"/>
              </a:rPr>
              <a:t>focused on the UI/UX design. Although we each had a primary focus, we worked closely together across all areas of the project to ensure the final solution was well-integrated and reliable.</a:t>
            </a:r>
            <a:endParaRPr sz="3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3300">
                <a:solidFill>
                  <a:schemeClr val="dk1"/>
                </a:solidFill>
                <a:latin typeface="Times New Roman"/>
                <a:ea typeface="Times New Roman"/>
                <a:cs typeface="Times New Roman"/>
                <a:sym typeface="Times New Roman"/>
              </a:rPr>
              <a:t>We’ve turned raw satellite feeds from NASA and ISRO into a simple, real-time map that anyone can use. By removing the technical and institutional barriers to Earth observation, we empower both governments and citizens to make data-driven decisions for health, safety, and agriculture.</a:t>
            </a:r>
            <a:endParaRPr sz="3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300">
              <a:solidFill>
                <a:schemeClr val="dk1"/>
              </a:solidFill>
              <a:latin typeface="Times New Roman"/>
              <a:ea typeface="Times New Roman"/>
              <a:cs typeface="Times New Roman"/>
              <a:sym typeface="Times New Roman"/>
            </a:endParaRPr>
          </a:p>
        </p:txBody>
      </p:sp>
      <p:sp>
        <p:nvSpPr>
          <p:cNvPr id="126" name="Google Shape;126;g3da057fd879_0_33"/>
          <p:cNvSpPr txBox="1"/>
          <p:nvPr/>
        </p:nvSpPr>
        <p:spPr>
          <a:xfrm>
            <a:off x="0" y="8254975"/>
            <a:ext cx="3000000" cy="612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783">
                <a:solidFill>
                  <a:schemeClr val="dk1"/>
                </a:solidFill>
                <a:latin typeface="Times New Roman"/>
                <a:ea typeface="Times New Roman"/>
                <a:cs typeface="Times New Roman"/>
                <a:sym typeface="Times New Roman"/>
              </a:rPr>
              <a:t>SYNTAX BOT</a:t>
            </a:r>
            <a:endParaRPr/>
          </a:p>
        </p:txBody>
      </p:sp>
      <p:pic>
        <p:nvPicPr>
          <p:cNvPr id="127" name="Google Shape;127;g3da057fd879_0_33" title="logo.png"/>
          <p:cNvPicPr preferRelativeResize="0"/>
          <p:nvPr/>
        </p:nvPicPr>
        <p:blipFill>
          <a:blip r:embed="rId3">
            <a:alphaModFix amt="50000"/>
          </a:blip>
          <a:stretch>
            <a:fillRect/>
          </a:stretch>
        </p:blipFill>
        <p:spPr>
          <a:xfrm>
            <a:off x="15203350" y="278525"/>
            <a:ext cx="1035400" cy="103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da057fd879_0_38"/>
          <p:cNvSpPr/>
          <p:nvPr/>
        </p:nvSpPr>
        <p:spPr>
          <a:xfrm>
            <a:off x="0" y="8307175"/>
            <a:ext cx="16459200" cy="508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3" name="Google Shape;133;g3da057fd879_0_38"/>
          <p:cNvSpPr txBox="1"/>
          <p:nvPr/>
        </p:nvSpPr>
        <p:spPr>
          <a:xfrm>
            <a:off x="0" y="508325"/>
            <a:ext cx="16459200" cy="81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083">
                <a:solidFill>
                  <a:schemeClr val="dk1"/>
                </a:solidFill>
                <a:latin typeface="Times New Roman"/>
                <a:ea typeface="Times New Roman"/>
                <a:cs typeface="Times New Roman"/>
                <a:sym typeface="Times New Roman"/>
              </a:rPr>
              <a:t>REFERENCES</a:t>
            </a:r>
            <a:r>
              <a:rPr b="1" lang="en-US" sz="4083">
                <a:solidFill>
                  <a:schemeClr val="dk1"/>
                </a:solidFill>
                <a:latin typeface="Times New Roman"/>
                <a:ea typeface="Times New Roman"/>
                <a:cs typeface="Times New Roman"/>
                <a:sym typeface="Times New Roman"/>
              </a:rPr>
              <a:t> AND RESOURCES</a:t>
            </a:r>
            <a:endParaRPr b="1" sz="4083">
              <a:solidFill>
                <a:schemeClr val="dk1"/>
              </a:solidFill>
              <a:latin typeface="Times New Roman"/>
              <a:ea typeface="Times New Roman"/>
              <a:cs typeface="Times New Roman"/>
              <a:sym typeface="Times New Roman"/>
            </a:endParaRPr>
          </a:p>
        </p:txBody>
      </p:sp>
      <p:sp>
        <p:nvSpPr>
          <p:cNvPr id="134" name="Google Shape;134;g3da057fd879_0_38"/>
          <p:cNvSpPr txBox="1"/>
          <p:nvPr/>
        </p:nvSpPr>
        <p:spPr>
          <a:xfrm>
            <a:off x="15067800" y="8247175"/>
            <a:ext cx="1391400" cy="62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83">
                <a:solidFill>
                  <a:schemeClr val="dk1"/>
                </a:solidFill>
                <a:latin typeface="Century Gothic"/>
                <a:ea typeface="Century Gothic"/>
                <a:cs typeface="Century Gothic"/>
                <a:sym typeface="Century Gothic"/>
              </a:rPr>
              <a:t>AETRIX</a:t>
            </a:r>
            <a:endParaRPr b="1" sz="2883">
              <a:solidFill>
                <a:schemeClr val="dk1"/>
              </a:solidFill>
              <a:latin typeface="Century Gothic"/>
              <a:ea typeface="Century Gothic"/>
              <a:cs typeface="Century Gothic"/>
              <a:sym typeface="Century Gothic"/>
            </a:endParaRPr>
          </a:p>
        </p:txBody>
      </p:sp>
      <p:sp>
        <p:nvSpPr>
          <p:cNvPr id="135" name="Google Shape;135;g3da057fd879_0_38"/>
          <p:cNvSpPr txBox="1"/>
          <p:nvPr/>
        </p:nvSpPr>
        <p:spPr>
          <a:xfrm>
            <a:off x="0" y="8254975"/>
            <a:ext cx="3000000" cy="612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783">
                <a:solidFill>
                  <a:schemeClr val="dk1"/>
                </a:solidFill>
                <a:latin typeface="Times New Roman"/>
                <a:ea typeface="Times New Roman"/>
                <a:cs typeface="Times New Roman"/>
                <a:sym typeface="Times New Roman"/>
              </a:rPr>
              <a:t>SYNTAX BOT</a:t>
            </a:r>
            <a:endParaRPr/>
          </a:p>
        </p:txBody>
      </p:sp>
      <p:pic>
        <p:nvPicPr>
          <p:cNvPr id="136" name="Google Shape;136;g3da057fd879_0_38" title="logo.png"/>
          <p:cNvPicPr preferRelativeResize="0"/>
          <p:nvPr/>
        </p:nvPicPr>
        <p:blipFill>
          <a:blip r:embed="rId3">
            <a:alphaModFix amt="50000"/>
          </a:blip>
          <a:stretch>
            <a:fillRect/>
          </a:stretch>
        </p:blipFill>
        <p:spPr>
          <a:xfrm>
            <a:off x="15203350" y="278525"/>
            <a:ext cx="1035400" cy="1035400"/>
          </a:xfrm>
          <a:prstGeom prst="rect">
            <a:avLst/>
          </a:prstGeom>
          <a:noFill/>
          <a:ln>
            <a:noFill/>
          </a:ln>
        </p:spPr>
      </p:pic>
      <p:sp>
        <p:nvSpPr>
          <p:cNvPr id="137" name="Google Shape;137;g3da057fd879_0_38"/>
          <p:cNvSpPr txBox="1"/>
          <p:nvPr/>
        </p:nvSpPr>
        <p:spPr>
          <a:xfrm>
            <a:off x="1350950" y="1410750"/>
            <a:ext cx="10867500" cy="4036500"/>
          </a:xfrm>
          <a:prstGeom prst="rect">
            <a:avLst/>
          </a:prstGeom>
          <a:noFill/>
          <a:ln>
            <a:noFill/>
          </a:ln>
        </p:spPr>
        <p:txBody>
          <a:bodyPr anchorCtr="0" anchor="t" bIns="91425" lIns="91425" spcFirstLastPara="1" rIns="91425" wrap="square" tIns="91425">
            <a:noAutofit/>
          </a:bodyPr>
          <a:lstStyle/>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Nasa dataset</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Landser 8/9 dataset</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Google Earth Engine</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Random Rainforest Library</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Python Library</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Kaggle</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Figma </a:t>
            </a:r>
            <a:endParaRPr sz="3600">
              <a:solidFill>
                <a:schemeClr val="dk1"/>
              </a:solidFill>
              <a:latin typeface="Times New Roman"/>
              <a:ea typeface="Times New Roman"/>
              <a:cs typeface="Times New Roman"/>
              <a:sym typeface="Times New Roman"/>
            </a:endParaRPr>
          </a:p>
          <a:p>
            <a:pPr indent="-457200" lvl="0" marL="457200" rtl="0" algn="l">
              <a:spcBef>
                <a:spcPts val="0"/>
              </a:spcBef>
              <a:spcAft>
                <a:spcPts val="0"/>
              </a:spcAft>
              <a:buClr>
                <a:schemeClr val="dk1"/>
              </a:buClr>
              <a:buSzPts val="3600"/>
              <a:buFont typeface="Times New Roman"/>
              <a:buChar char="❖"/>
            </a:pPr>
            <a:r>
              <a:rPr lang="en-US" sz="3600">
                <a:solidFill>
                  <a:schemeClr val="dk1"/>
                </a:solidFill>
                <a:latin typeface="Times New Roman"/>
                <a:ea typeface="Times New Roman"/>
                <a:cs typeface="Times New Roman"/>
                <a:sym typeface="Times New Roman"/>
              </a:rPr>
              <a:t>Google Colab</a:t>
            </a:r>
            <a:endParaRPr sz="36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Devanathan M</dc:creator>
</cp:coreProperties>
</file>